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oleObject" PartName="/ppt/embeddings/oleObject9.bin"/>
  <Override ContentType="application/vnd.openxmlformats-officedocument.oleObject" PartName="/ppt/embeddings/oleObject67.bin"/>
  <Override ContentType="application/vnd.openxmlformats-officedocument.oleObject" PartName="/ppt/embeddings/oleObject32.bin"/>
  <Override ContentType="application/vnd.openxmlformats-officedocument.oleObject" PartName="/ppt/embeddings/oleObject15.bin"/>
  <Override ContentType="application/vnd.openxmlformats-officedocument.oleObject" PartName="/ppt/embeddings/oleObject40.bin"/>
  <Override ContentType="application/vnd.openxmlformats-officedocument.oleObject" PartName="/ppt/embeddings/oleObject41.bin"/>
  <Override ContentType="application/vnd.openxmlformats-officedocument.oleObject" PartName="/ppt/embeddings/oleObject59.bin"/>
  <Override ContentType="application/vnd.openxmlformats-officedocument.oleObject" PartName="/ppt/embeddings/oleObject8.bin"/>
  <Override ContentType="application/vnd.openxmlformats-officedocument.oleObject" PartName="/ppt/embeddings/oleObject33.bin"/>
  <Override ContentType="application/vnd.openxmlformats-officedocument.oleObject" PartName="/ppt/embeddings/oleObject24.bin"/>
  <Override ContentType="application/vnd.openxmlformats-officedocument.oleObject" PartName="/ppt/embeddings/oleObject76.bin"/>
  <Override ContentType="application/vnd.openxmlformats-officedocument.oleObject" PartName="/ppt/embeddings/oleObject25.bin"/>
  <Override ContentType="application/vnd.openxmlformats-officedocument.oleObject" PartName="/ppt/embeddings/oleObject68.bin"/>
  <Override ContentType="application/vnd.openxmlformats-officedocument.oleObject" PartName="/ppt/embeddings/oleObject17.bin"/>
  <Override ContentType="application/vnd.openxmlformats-officedocument.oleObject" PartName="/ppt/embeddings/oleObject42.bin"/>
  <Override ContentType="application/vnd.openxmlformats-officedocument.oleObject" PartName="/ppt/embeddings/oleObject7.bin"/>
  <Override ContentType="application/vnd.openxmlformats-officedocument.oleObject" PartName="/ppt/embeddings/oleObject16.bin"/>
  <Override ContentType="application/vnd.openxmlformats-officedocument.oleObject" PartName="/ppt/embeddings/oleObject34.bin"/>
  <Override ContentType="application/vnd.openxmlformats-officedocument.oleObject" PartName="/ppt/embeddings/oleObject73.bin"/>
  <Override ContentType="application/vnd.openxmlformats-officedocument.oleObject" PartName="/ppt/embeddings/oleObject18.bin"/>
  <Override ContentType="application/vnd.openxmlformats-officedocument.oleObject" PartName="/ppt/embeddings/oleObject65.bin"/>
  <Override ContentType="application/vnd.openxmlformats-officedocument.oleObject" PartName="/ppt/embeddings/oleObject1.bin"/>
  <Override ContentType="application/vnd.openxmlformats-officedocument.oleObject" PartName="/ppt/embeddings/oleObject72.bin"/>
  <Override ContentType="application/vnd.openxmlformats-officedocument.oleObject" PartName="/ppt/embeddings/oleObject52.bin"/>
  <Override ContentType="application/vnd.openxmlformats-officedocument.oleObject" PartName="/ppt/embeddings/oleObject48.bin"/>
  <Override ContentType="application/vnd.openxmlformats-officedocument.oleObject" PartName="/ppt/embeddings/oleObject35.bin"/>
  <Override ContentType="application/vnd.openxmlformats-officedocument.oleObject" PartName="/ppt/embeddings/oleObject22.bin"/>
  <Override ContentType="application/vnd.openxmlformats-officedocument.oleObject" PartName="/ppt/embeddings/oleObject19.bin"/>
  <Override ContentType="application/vnd.openxmlformats-officedocument.oleObject" PartName="/ppt/embeddings/oleObject49.bin"/>
  <Override ContentType="application/vnd.openxmlformats-officedocument.oleObject" PartName="/ppt/embeddings/oleObject53.bin"/>
  <Override ContentType="application/vnd.openxmlformats-officedocument.oleObject" PartName="/ppt/embeddings/oleObject10.bin"/>
  <Override ContentType="application/vnd.openxmlformats-officedocument.oleObject" PartName="/ppt/embeddings/oleObject66.bin"/>
  <Override ContentType="application/vnd.openxmlformats-officedocument.oleObject" PartName="/ppt/embeddings/oleObject71.bin"/>
  <Override ContentType="application/vnd.openxmlformats-officedocument.oleObject" PartName="/ppt/embeddings/oleObject23.bin"/>
  <Override ContentType="application/vnd.openxmlformats-officedocument.oleObject" PartName="/ppt/embeddings/oleObject36.bin"/>
  <Override ContentType="application/vnd.openxmlformats-officedocument.oleObject" PartName="/ppt/embeddings/oleObject37.bin"/>
  <Override ContentType="application/vnd.openxmlformats-officedocument.oleObject" PartName="/ppt/embeddings/oleObject45.bin"/>
  <Override ContentType="application/vnd.openxmlformats-officedocument.oleObject" PartName="/ppt/embeddings/oleObject70.bin"/>
  <Override ContentType="application/vnd.openxmlformats-officedocument.oleObject" PartName="/ppt/embeddings/oleObject29.bin"/>
  <Override ContentType="application/vnd.openxmlformats-officedocument.oleObject" PartName="/ppt/embeddings/oleObject54.bin"/>
  <Override ContentType="application/vnd.openxmlformats-officedocument.oleObject" PartName="/ppt/embeddings/oleObject4.bin"/>
  <Override ContentType="application/vnd.openxmlformats-officedocument.oleObject" PartName="/ppt/embeddings/oleObject28.bin"/>
  <Override ContentType="application/vnd.openxmlformats-officedocument.oleObject" PartName="/ppt/embeddings/oleObject11.bin"/>
  <Override ContentType="application/vnd.openxmlformats-officedocument.oleObject" PartName="/ppt/embeddings/oleObject46.bin"/>
  <Override ContentType="application/vnd.openxmlformats-officedocument.oleObject" PartName="/ppt/embeddings/oleObject63.bin"/>
  <Override ContentType="application/vnd.openxmlformats-officedocument.oleObject" PartName="/ppt/embeddings/oleObject61.bin"/>
  <Override ContentType="application/vnd.openxmlformats-officedocument.oleObject" PartName="/ppt/embeddings/oleObject20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55.bin"/>
  <Override ContentType="application/vnd.openxmlformats-officedocument.oleObject" PartName="/ppt/embeddings/oleObject2.bin"/>
  <Override ContentType="application/vnd.openxmlformats-officedocument.oleObject" PartName="/ppt/embeddings/oleObject47.bin"/>
  <Override ContentType="application/vnd.openxmlformats-officedocument.oleObject" PartName="/ppt/embeddings/oleObject21.bin"/>
  <Override ContentType="application/vnd.openxmlformats-officedocument.oleObject" PartName="/ppt/embeddings/oleObject64.bin"/>
  <Override ContentType="application/vnd.openxmlformats-officedocument.oleObject" PartName="/ppt/embeddings/oleObject38.bin"/>
  <Override ContentType="application/vnd.openxmlformats-officedocument.oleObject" PartName="/ppt/embeddings/oleObject60.bin"/>
  <Override ContentType="application/vnd.openxmlformats-officedocument.oleObject" PartName="/ppt/embeddings/oleObject13.bin"/>
  <Override ContentType="application/vnd.openxmlformats-officedocument.oleObject" PartName="/ppt/embeddings/oleObject26.bin"/>
  <Override ContentType="application/vnd.openxmlformats-officedocument.oleObject" PartName="/ppt/embeddings/oleObject51.bin"/>
  <Override ContentType="application/vnd.openxmlformats-officedocument.oleObject" PartName="/ppt/embeddings/oleObject69.bin"/>
  <Override ContentType="application/vnd.openxmlformats-officedocument.oleObject" PartName="/ppt/embeddings/oleObject6.bin"/>
  <Override ContentType="application/vnd.openxmlformats-officedocument.oleObject" PartName="/ppt/embeddings/oleObject30.bin"/>
  <Override ContentType="application/vnd.openxmlformats-officedocument.oleObject" PartName="/ppt/embeddings/oleObject43.bin"/>
  <Override ContentType="application/vnd.openxmlformats-officedocument.oleObject" PartName="/ppt/embeddings/oleObject56.bin"/>
  <Override ContentType="application/vnd.openxmlformats-officedocument.oleObject" PartName="/ppt/embeddings/oleObject39.bin"/>
  <Override ContentType="application/vnd.openxmlformats-officedocument.oleObject" PartName="/ppt/embeddings/oleObject44.bin"/>
  <Override ContentType="application/vnd.openxmlformats-officedocument.oleObject" PartName="/ppt/embeddings/oleObject50.bin"/>
  <Override ContentType="application/vnd.openxmlformats-officedocument.oleObject" PartName="/ppt/embeddings/oleObject74.bin"/>
  <Override ContentType="application/vnd.openxmlformats-officedocument.oleObject" PartName="/ppt/embeddings/oleObject14.bin"/>
  <Override ContentType="application/vnd.openxmlformats-officedocument.oleObject" PartName="/ppt/embeddings/oleObject31.bin"/>
  <Override ContentType="application/vnd.openxmlformats-officedocument.oleObject" PartName="/ppt/embeddings/oleObject57.bin"/>
  <Override ContentType="application/vnd.openxmlformats-officedocument.oleObject" PartName="/ppt/embeddings/oleObject5.bin"/>
  <Override ContentType="application/vnd.openxmlformats-officedocument.oleObject" PartName="/ppt/embeddings/oleObject58.bin"/>
  <Override ContentType="application/vnd.openxmlformats-officedocument.oleObject" PartName="/ppt/embeddings/oleObject27.bin"/>
  <Override ContentType="application/vnd.openxmlformats-officedocument.oleObject" PartName="/ppt/embeddings/oleObject75.bin"/>
  <Override ContentType="application/vnd.openxmlformats-officedocument.oleObject" PartName="/ppt/embeddings/oleObject62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2" r:id="rId5"/>
    <p:sldMasterId id="2147483674" r:id="rId6"/>
    <p:sldMasterId id="2147483686" r:id="rId7"/>
    <p:sldMasterId id="2147483688" r:id="rId8"/>
    <p:sldMasterId id="2147483690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hojE0cr/8MiD+S2vG1TqoOHvVW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slide" Target="slides/slide3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3" Type="http://customschemas.google.com/relationships/presentationmetadata" Target="metadata"/><Relationship Id="rId52" Type="http://schemas.openxmlformats.org/officeDocument/2006/relationships/slide" Target="slides/slide42.xml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14.png"/><Relationship Id="rId3" Type="http://schemas.openxmlformats.org/officeDocument/2006/relationships/image" Target="../media/image20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12.png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27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8.png"/><Relationship Id="rId3" Type="http://schemas.openxmlformats.org/officeDocument/2006/relationships/image" Target="../media/image23.png"/><Relationship Id="rId4" Type="http://schemas.openxmlformats.org/officeDocument/2006/relationships/image" Target="../media/image48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14.png"/><Relationship Id="rId3" Type="http://schemas.openxmlformats.org/officeDocument/2006/relationships/image" Target="../media/image20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drawings/_rels/vmlDrawing11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drawings/_rels/vmlDrawing12.vml.rels><?xml version="1.0" encoding="UTF-8" standalone="yes"?>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12.png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27.png"/></Relationships>
</file>

<file path=ppt/drawings/_rels/vmlDrawing13.vml.rels><?xml version="1.0" encoding="UTF-8" standalone="yes"?>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drawings/_rels/vmlDrawing14.vml.rels><?xml version="1.0" encoding="UTF-8" standalone="yes"?>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8.png"/><Relationship Id="rId3" Type="http://schemas.openxmlformats.org/officeDocument/2006/relationships/image" Target="../media/image23.png"/><Relationship Id="rId4" Type="http://schemas.openxmlformats.org/officeDocument/2006/relationships/image" Target="../media/image48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/Relationships>
</file>

<file path=ppt/drawings/_rels/vmlDrawing15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16.vml.rels><?xml version="1.0" encoding="UTF-8" standalone="yes"?><Relationships xmlns="http://schemas.openxmlformats.org/package/2006/relationships"><Relationship Id="rId1" Type="http://schemas.openxmlformats.org/officeDocument/2006/relationships/image" Target="../media/image19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18" name="Google Shape;61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，四項物件" type="fourObj">
  <p:cSld name="FOUR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6"/>
          <p:cNvSpPr txBox="1"/>
          <p:nvPr>
            <p:ph idx="1" type="body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6"/>
          <p:cNvSpPr txBox="1"/>
          <p:nvPr>
            <p:ph idx="3" type="body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4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，1 個大物件與 2 個小物件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3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4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64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6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5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65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6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67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67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6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6" name="Google Shape;86;p6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6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7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6" name="Google Shape;126;p5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7" name="Google Shape;127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7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6" name="Google Shape;146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7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2" name="Google Shape;152;p7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3" name="Google Shape;153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7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4" name="Google Shape;164;p7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5" name="Google Shape;165;p7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6" name="Google Shape;166;p7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7" name="Google Shape;167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7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5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8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8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8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88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8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8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8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8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8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203" name="Google Shape;203;p8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8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8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9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09" name="Google Shape;209;p9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210" name="Google Shape;210;p9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9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9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9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9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9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20" name="Google Shape;220;p92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9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22" name="Google Shape;222;p92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9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9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9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9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9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9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9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9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9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6" name="Google Shape;236;p9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9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9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9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9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9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9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9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8" name="Google Shape;248;p9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9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9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，四項物件" type="fourObj">
  <p:cSld name="FOUR_OBJECTS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56"/>
          <p:cNvSpPr txBox="1"/>
          <p:nvPr>
            <p:ph idx="1" type="body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p56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56"/>
          <p:cNvSpPr txBox="1"/>
          <p:nvPr>
            <p:ph idx="3" type="body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p56"/>
          <p:cNvSpPr txBox="1"/>
          <p:nvPr>
            <p:ph idx="4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，1 個大物件與 2 個小物件" type="objAndTwoObj">
  <p:cSld name="OBJECT_AND_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5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58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58"/>
          <p:cNvSpPr txBox="1"/>
          <p:nvPr>
            <p:ph idx="3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" name="Google Shape;277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6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9" name="Google Shape;289;p6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6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6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6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5" name="Google Shape;295;p6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6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6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8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78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1" name="Google Shape;301;p7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7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7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79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7" name="Google Shape;307;p7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7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7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8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8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314" name="Google Shape;314;p8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8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8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8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320" name="Google Shape;320;p8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321" name="Google Shape;321;p8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8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8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8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8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8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8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8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8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8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36" name="Google Shape;336;p8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7" name="Google Shape;337;p8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38" name="Google Shape;338;p8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9" name="Google Shape;339;p8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8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8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8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5" name="Google Shape;345;p8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6" name="Google Shape;346;p8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8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8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8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2" name="Google Shape;352;p8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8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8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4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8" name="Google Shape;178;p5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9" name="Google Shape;179;p5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5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5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3" name="Google Shape;253;p5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4" name="Google Shape;254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5" name="Google Shape;255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8" name="Google Shape;268;p5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2" name="Google Shape;282;p5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3" name="Google Shape;283;p5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5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5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3.bin"/><Relationship Id="rId10" Type="http://schemas.openxmlformats.org/officeDocument/2006/relationships/oleObject" Target="../embeddings/oleObject3.bin"/><Relationship Id="rId13" Type="http://schemas.openxmlformats.org/officeDocument/2006/relationships/oleObject" Target="../embeddings/oleObject4.bin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1.png"/><Relationship Id="rId15" Type="http://schemas.openxmlformats.org/officeDocument/2006/relationships/image" Target="../media/image2.png"/><Relationship Id="rId14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7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7.bin"/><Relationship Id="rId10" Type="http://schemas.openxmlformats.org/officeDocument/2006/relationships/image" Target="../media/image14.png"/><Relationship Id="rId13" Type="http://schemas.openxmlformats.org/officeDocument/2006/relationships/image" Target="../media/image20.png"/><Relationship Id="rId1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28.png"/><Relationship Id="rId7" Type="http://schemas.openxmlformats.org/officeDocument/2006/relationships/image" Target="../media/image9.jpg"/><Relationship Id="rId8" Type="http://schemas.openxmlformats.org/officeDocument/2006/relationships/oleObject" Target="../embeddings/oleObject6.bin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oleObject" Target="../embeddings/oleObject13.bin"/><Relationship Id="rId22" Type="http://schemas.openxmlformats.org/officeDocument/2006/relationships/oleObject" Target="../embeddings/oleObject14.bin"/><Relationship Id="rId21" Type="http://schemas.openxmlformats.org/officeDocument/2006/relationships/image" Target="../media/image16.png"/><Relationship Id="rId24" Type="http://schemas.openxmlformats.org/officeDocument/2006/relationships/image" Target="../media/image5.png"/><Relationship Id="rId23" Type="http://schemas.openxmlformats.org/officeDocument/2006/relationships/oleObject" Target="../embeddings/oleObject14.bin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8.bin"/><Relationship Id="rId9" Type="http://schemas.openxmlformats.org/officeDocument/2006/relationships/image" Target="../media/image21.png"/><Relationship Id="rId26" Type="http://schemas.openxmlformats.org/officeDocument/2006/relationships/oleObject" Target="../embeddings/oleObject15.bin"/><Relationship Id="rId25" Type="http://schemas.openxmlformats.org/officeDocument/2006/relationships/oleObject" Target="../embeddings/oleObject15.bin"/><Relationship Id="rId28" Type="http://schemas.openxmlformats.org/officeDocument/2006/relationships/oleObject" Target="../embeddings/oleObject16.bin"/><Relationship Id="rId27" Type="http://schemas.openxmlformats.org/officeDocument/2006/relationships/image" Target="../media/image15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0.png"/><Relationship Id="rId29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8" Type="http://schemas.openxmlformats.org/officeDocument/2006/relationships/oleObject" Target="../embeddings/oleObject9.bin"/><Relationship Id="rId30" Type="http://schemas.openxmlformats.org/officeDocument/2006/relationships/image" Target="../media/image13.png"/><Relationship Id="rId11" Type="http://schemas.openxmlformats.org/officeDocument/2006/relationships/oleObject" Target="../embeddings/oleObject10.bin"/><Relationship Id="rId10" Type="http://schemas.openxmlformats.org/officeDocument/2006/relationships/oleObject" Target="../embeddings/oleObject10.bin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6.png"/><Relationship Id="rId15" Type="http://schemas.openxmlformats.org/officeDocument/2006/relationships/image" Target="../media/image19.png"/><Relationship Id="rId14" Type="http://schemas.openxmlformats.org/officeDocument/2006/relationships/oleObject" Target="../embeddings/oleObject11.bin"/><Relationship Id="rId17" Type="http://schemas.openxmlformats.org/officeDocument/2006/relationships/oleObject" Target="../embeddings/oleObject12.bin"/><Relationship Id="rId16" Type="http://schemas.openxmlformats.org/officeDocument/2006/relationships/oleObject" Target="../embeddings/oleObject12.bin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1.png"/><Relationship Id="rId5" Type="http://schemas.openxmlformats.org/officeDocument/2006/relationships/oleObject" Target="../embeddings/oleObject17.bin"/><Relationship Id="rId6" Type="http://schemas.openxmlformats.org/officeDocument/2006/relationships/image" Target="../media/image8.png"/><Relationship Id="rId7" Type="http://schemas.openxmlformats.org/officeDocument/2006/relationships/oleObject" Target="../embeddings/oleObject18.bin"/><Relationship Id="rId8" Type="http://schemas.openxmlformats.org/officeDocument/2006/relationships/oleObject" Target="../embeddings/oleObject18.bin"/><Relationship Id="rId11" Type="http://schemas.openxmlformats.org/officeDocument/2006/relationships/oleObject" Target="../embeddings/oleObject19.bin"/><Relationship Id="rId10" Type="http://schemas.openxmlformats.org/officeDocument/2006/relationships/oleObject" Target="../embeddings/oleObject19.bin"/><Relationship Id="rId12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oleObject" Target="../embeddings/oleObject25.bin"/><Relationship Id="rId22" Type="http://schemas.openxmlformats.org/officeDocument/2006/relationships/oleObject" Target="../embeddings/oleObject26.bin"/><Relationship Id="rId21" Type="http://schemas.openxmlformats.org/officeDocument/2006/relationships/image" Target="../media/image25.png"/><Relationship Id="rId24" Type="http://schemas.openxmlformats.org/officeDocument/2006/relationships/image" Target="../media/image17.png"/><Relationship Id="rId23" Type="http://schemas.openxmlformats.org/officeDocument/2006/relationships/oleObject" Target="../embeddings/oleObject26.bin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2.png"/><Relationship Id="rId26" Type="http://schemas.openxmlformats.org/officeDocument/2006/relationships/oleObject" Target="../embeddings/oleObject27.bin"/><Relationship Id="rId25" Type="http://schemas.openxmlformats.org/officeDocument/2006/relationships/oleObject" Target="../embeddings/oleObject27.bin"/><Relationship Id="rId28" Type="http://schemas.openxmlformats.org/officeDocument/2006/relationships/oleObject" Target="../embeddings/oleObject28.bin"/><Relationship Id="rId27" Type="http://schemas.openxmlformats.org/officeDocument/2006/relationships/image" Target="../media/image27.png"/><Relationship Id="rId5" Type="http://schemas.openxmlformats.org/officeDocument/2006/relationships/oleObject" Target="../embeddings/oleObject20.bin"/><Relationship Id="rId6" Type="http://schemas.openxmlformats.org/officeDocument/2006/relationships/image" Target="../media/image33.png"/><Relationship Id="rId29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8" Type="http://schemas.openxmlformats.org/officeDocument/2006/relationships/oleObject" Target="../embeddings/oleObject21.bin"/><Relationship Id="rId30" Type="http://schemas.openxmlformats.org/officeDocument/2006/relationships/image" Target="../media/image30.png"/><Relationship Id="rId11" Type="http://schemas.openxmlformats.org/officeDocument/2006/relationships/oleObject" Target="../embeddings/oleObject22.bin"/><Relationship Id="rId10" Type="http://schemas.openxmlformats.org/officeDocument/2006/relationships/oleObject" Target="../embeddings/oleObject22.bin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4.png"/><Relationship Id="rId15" Type="http://schemas.openxmlformats.org/officeDocument/2006/relationships/image" Target="../media/image18.png"/><Relationship Id="rId14" Type="http://schemas.openxmlformats.org/officeDocument/2006/relationships/oleObject" Target="../embeddings/oleObject23.bin"/><Relationship Id="rId17" Type="http://schemas.openxmlformats.org/officeDocument/2006/relationships/oleObject" Target="../embeddings/oleObject24.bin"/><Relationship Id="rId16" Type="http://schemas.openxmlformats.org/officeDocument/2006/relationships/oleObject" Target="../embeddings/oleObject24.bin"/><Relationship Id="rId19" Type="http://schemas.openxmlformats.org/officeDocument/2006/relationships/oleObject" Target="../embeddings/oleObject25.bin"/><Relationship Id="rId1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4.png"/><Relationship Id="rId5" Type="http://schemas.openxmlformats.org/officeDocument/2006/relationships/oleObject" Target="../embeddings/oleObject29.bin"/><Relationship Id="rId6" Type="http://schemas.openxmlformats.org/officeDocument/2006/relationships/image" Target="../media/image31.png"/><Relationship Id="rId7" Type="http://schemas.openxmlformats.org/officeDocument/2006/relationships/oleObject" Target="../embeddings/oleObject30.bin"/><Relationship Id="rId8" Type="http://schemas.openxmlformats.org/officeDocument/2006/relationships/oleObject" Target="../embeddings/oleObject30.bin"/><Relationship Id="rId11" Type="http://schemas.openxmlformats.org/officeDocument/2006/relationships/oleObject" Target="../embeddings/oleObject31.bin"/><Relationship Id="rId10" Type="http://schemas.openxmlformats.org/officeDocument/2006/relationships/oleObject" Target="../embeddings/oleObject31.bin"/><Relationship Id="rId12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oleObject" Target="../embeddings/oleObject37.bin"/><Relationship Id="rId22" Type="http://schemas.openxmlformats.org/officeDocument/2006/relationships/image" Target="../media/image32.png"/><Relationship Id="rId21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8.png"/><Relationship Id="rId5" Type="http://schemas.openxmlformats.org/officeDocument/2006/relationships/oleObject" Target="../embeddings/oleObject32.bin"/><Relationship Id="rId6" Type="http://schemas.openxmlformats.org/officeDocument/2006/relationships/image" Target="../media/image29.png"/><Relationship Id="rId7" Type="http://schemas.openxmlformats.org/officeDocument/2006/relationships/oleObject" Target="../embeddings/oleObject33.bin"/><Relationship Id="rId8" Type="http://schemas.openxmlformats.org/officeDocument/2006/relationships/oleObject" Target="../embeddings/oleObject33.bin"/><Relationship Id="rId11" Type="http://schemas.openxmlformats.org/officeDocument/2006/relationships/oleObject" Target="../embeddings/oleObject34.bin"/><Relationship Id="rId10" Type="http://schemas.openxmlformats.org/officeDocument/2006/relationships/oleObject" Target="../embeddings/oleObject34.bin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23.png"/><Relationship Id="rId15" Type="http://schemas.openxmlformats.org/officeDocument/2006/relationships/image" Target="../media/image48.png"/><Relationship Id="rId14" Type="http://schemas.openxmlformats.org/officeDocument/2006/relationships/oleObject" Target="../embeddings/oleObject35.bin"/><Relationship Id="rId17" Type="http://schemas.openxmlformats.org/officeDocument/2006/relationships/oleObject" Target="../embeddings/oleObject36.bin"/><Relationship Id="rId16" Type="http://schemas.openxmlformats.org/officeDocument/2006/relationships/oleObject" Target="../embeddings/oleObject36.bin"/><Relationship Id="rId19" Type="http://schemas.openxmlformats.org/officeDocument/2006/relationships/oleObject" Target="../embeddings/oleObject37.bin"/><Relationship Id="rId1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49.png"/><Relationship Id="rId9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47.png"/><Relationship Id="rId7" Type="http://schemas.openxmlformats.org/officeDocument/2006/relationships/image" Target="../media/image39.png"/><Relationship Id="rId8" Type="http://schemas.openxmlformats.org/officeDocument/2006/relationships/image" Target="../media/image45.png"/><Relationship Id="rId10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9" Type="http://schemas.openxmlformats.org/officeDocument/2006/relationships/image" Target="../media/image51.png"/><Relationship Id="rId5" Type="http://schemas.openxmlformats.org/officeDocument/2006/relationships/image" Target="../media/image53.png"/><Relationship Id="rId6" Type="http://schemas.openxmlformats.org/officeDocument/2006/relationships/image" Target="../media/image50.png"/><Relationship Id="rId7" Type="http://schemas.openxmlformats.org/officeDocument/2006/relationships/image" Target="../media/image54.png"/><Relationship Id="rId8" Type="http://schemas.openxmlformats.org/officeDocument/2006/relationships/image" Target="../media/image46.png"/><Relationship Id="rId11" Type="http://schemas.openxmlformats.org/officeDocument/2006/relationships/image" Target="../media/image59.png"/><Relationship Id="rId10" Type="http://schemas.openxmlformats.org/officeDocument/2006/relationships/image" Target="../media/image76.png"/><Relationship Id="rId13" Type="http://schemas.openxmlformats.org/officeDocument/2006/relationships/image" Target="../media/image56.png"/><Relationship Id="rId12" Type="http://schemas.openxmlformats.org/officeDocument/2006/relationships/image" Target="../media/image5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3.png"/><Relationship Id="rId4" Type="http://schemas.openxmlformats.org/officeDocument/2006/relationships/image" Target="../media/image55.png"/><Relationship Id="rId9" Type="http://schemas.openxmlformats.org/officeDocument/2006/relationships/image" Target="../media/image66.png"/><Relationship Id="rId5" Type="http://schemas.openxmlformats.org/officeDocument/2006/relationships/image" Target="../media/image72.png"/><Relationship Id="rId6" Type="http://schemas.openxmlformats.org/officeDocument/2006/relationships/image" Target="../media/image60.png"/><Relationship Id="rId7" Type="http://schemas.openxmlformats.org/officeDocument/2006/relationships/image" Target="../media/image73.png"/><Relationship Id="rId8" Type="http://schemas.openxmlformats.org/officeDocument/2006/relationships/image" Target="../media/image64.png"/><Relationship Id="rId11" Type="http://schemas.openxmlformats.org/officeDocument/2006/relationships/image" Target="../media/image71.png"/><Relationship Id="rId10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70.png"/><Relationship Id="rId7" Type="http://schemas.openxmlformats.org/officeDocument/2006/relationships/image" Target="../media/image7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8.png"/><Relationship Id="rId4" Type="http://schemas.openxmlformats.org/officeDocument/2006/relationships/image" Target="../media/image69.png"/><Relationship Id="rId5" Type="http://schemas.openxmlformats.org/officeDocument/2006/relationships/image" Target="../media/image74.png"/><Relationship Id="rId6" Type="http://schemas.openxmlformats.org/officeDocument/2006/relationships/image" Target="../media/image65.png"/><Relationship Id="rId7" Type="http://schemas.openxmlformats.org/officeDocument/2006/relationships/image" Target="../media/image86.png"/><Relationship Id="rId8" Type="http://schemas.openxmlformats.org/officeDocument/2006/relationships/image" Target="../media/image9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4.png"/><Relationship Id="rId4" Type="http://schemas.openxmlformats.org/officeDocument/2006/relationships/image" Target="../media/image87.png"/><Relationship Id="rId9" Type="http://schemas.openxmlformats.org/officeDocument/2006/relationships/image" Target="../media/image79.png"/><Relationship Id="rId5" Type="http://schemas.openxmlformats.org/officeDocument/2006/relationships/image" Target="../media/image75.png"/><Relationship Id="rId6" Type="http://schemas.openxmlformats.org/officeDocument/2006/relationships/image" Target="../media/image85.png"/><Relationship Id="rId7" Type="http://schemas.openxmlformats.org/officeDocument/2006/relationships/image" Target="../media/image80.png"/><Relationship Id="rId8" Type="http://schemas.openxmlformats.org/officeDocument/2006/relationships/image" Target="../media/image1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2.png"/><Relationship Id="rId4" Type="http://schemas.openxmlformats.org/officeDocument/2006/relationships/image" Target="../media/image81.png"/><Relationship Id="rId5" Type="http://schemas.openxmlformats.org/officeDocument/2006/relationships/image" Target="../media/image83.png"/><Relationship Id="rId6" Type="http://schemas.openxmlformats.org/officeDocument/2006/relationships/image" Target="../media/image94.png"/><Relationship Id="rId7" Type="http://schemas.openxmlformats.org/officeDocument/2006/relationships/image" Target="../media/image8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4.png"/><Relationship Id="rId4" Type="http://schemas.openxmlformats.org/officeDocument/2006/relationships/image" Target="../media/image97.png"/><Relationship Id="rId5" Type="http://schemas.openxmlformats.org/officeDocument/2006/relationships/image" Target="../media/image101.png"/><Relationship Id="rId6" Type="http://schemas.openxmlformats.org/officeDocument/2006/relationships/image" Target="../media/image96.png"/><Relationship Id="rId7" Type="http://schemas.openxmlformats.org/officeDocument/2006/relationships/image" Target="../media/image88.png"/><Relationship Id="rId8" Type="http://schemas.openxmlformats.org/officeDocument/2006/relationships/image" Target="../media/image9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2.png"/><Relationship Id="rId4" Type="http://schemas.openxmlformats.org/officeDocument/2006/relationships/image" Target="../media/image90.png"/><Relationship Id="rId5" Type="http://schemas.openxmlformats.org/officeDocument/2006/relationships/image" Target="../media/image84.png"/><Relationship Id="rId6" Type="http://schemas.openxmlformats.org/officeDocument/2006/relationships/image" Target="../media/image9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8.png"/><Relationship Id="rId4" Type="http://schemas.openxmlformats.org/officeDocument/2006/relationships/image" Target="../media/image110.png"/><Relationship Id="rId5" Type="http://schemas.openxmlformats.org/officeDocument/2006/relationships/image" Target="../media/image9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4.png"/><Relationship Id="rId4" Type="http://schemas.openxmlformats.org/officeDocument/2006/relationships/image" Target="../media/image118.png"/><Relationship Id="rId5" Type="http://schemas.openxmlformats.org/officeDocument/2006/relationships/image" Target="../media/image10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8.png"/><Relationship Id="rId4" Type="http://schemas.openxmlformats.org/officeDocument/2006/relationships/image" Target="../media/image123.png"/><Relationship Id="rId5" Type="http://schemas.openxmlformats.org/officeDocument/2006/relationships/image" Target="../media/image102.png"/><Relationship Id="rId6" Type="http://schemas.openxmlformats.org/officeDocument/2006/relationships/image" Target="../media/image1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5.png"/><Relationship Id="rId4" Type="http://schemas.openxmlformats.org/officeDocument/2006/relationships/image" Target="../media/image10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3.png"/><Relationship Id="rId4" Type="http://schemas.openxmlformats.org/officeDocument/2006/relationships/image" Target="../media/image116.png"/><Relationship Id="rId5" Type="http://schemas.openxmlformats.org/officeDocument/2006/relationships/image" Target="../media/image10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1.png"/><Relationship Id="rId4" Type="http://schemas.openxmlformats.org/officeDocument/2006/relationships/image" Target="../media/image10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7.png"/><Relationship Id="rId4" Type="http://schemas.openxmlformats.org/officeDocument/2006/relationships/image" Target="../media/image115.png"/><Relationship Id="rId9" Type="http://schemas.openxmlformats.org/officeDocument/2006/relationships/image" Target="../media/image111.png"/><Relationship Id="rId5" Type="http://schemas.openxmlformats.org/officeDocument/2006/relationships/image" Target="../media/image128.png"/><Relationship Id="rId6" Type="http://schemas.openxmlformats.org/officeDocument/2006/relationships/image" Target="../media/image106.png"/><Relationship Id="rId7" Type="http://schemas.openxmlformats.org/officeDocument/2006/relationships/image" Target="../media/image120.png"/><Relationship Id="rId8" Type="http://schemas.openxmlformats.org/officeDocument/2006/relationships/image" Target="../media/image137.png"/><Relationship Id="rId11" Type="http://schemas.openxmlformats.org/officeDocument/2006/relationships/image" Target="../media/image119.png"/><Relationship Id="rId10" Type="http://schemas.openxmlformats.org/officeDocument/2006/relationships/image" Target="../media/image130.png"/><Relationship Id="rId13" Type="http://schemas.openxmlformats.org/officeDocument/2006/relationships/image" Target="../media/image145.png"/><Relationship Id="rId12" Type="http://schemas.openxmlformats.org/officeDocument/2006/relationships/image" Target="../media/image122.png"/><Relationship Id="rId15" Type="http://schemas.openxmlformats.org/officeDocument/2006/relationships/image" Target="../media/image141.png"/><Relationship Id="rId14" Type="http://schemas.openxmlformats.org/officeDocument/2006/relationships/image" Target="../media/image129.png"/><Relationship Id="rId16" Type="http://schemas.openxmlformats.org/officeDocument/2006/relationships/image" Target="../media/image1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8.png"/><Relationship Id="rId4" Type="http://schemas.openxmlformats.org/officeDocument/2006/relationships/image" Target="../media/image133.png"/><Relationship Id="rId9" Type="http://schemas.openxmlformats.org/officeDocument/2006/relationships/image" Target="../media/image126.png"/><Relationship Id="rId5" Type="http://schemas.openxmlformats.org/officeDocument/2006/relationships/image" Target="../media/image134.png"/><Relationship Id="rId6" Type="http://schemas.openxmlformats.org/officeDocument/2006/relationships/image" Target="../media/image140.png"/><Relationship Id="rId7" Type="http://schemas.openxmlformats.org/officeDocument/2006/relationships/image" Target="../media/image132.png"/><Relationship Id="rId8" Type="http://schemas.openxmlformats.org/officeDocument/2006/relationships/image" Target="../media/image167.png"/><Relationship Id="rId11" Type="http://schemas.openxmlformats.org/officeDocument/2006/relationships/image" Target="../media/image135.png"/><Relationship Id="rId10" Type="http://schemas.openxmlformats.org/officeDocument/2006/relationships/image" Target="../media/image142.png"/><Relationship Id="rId12" Type="http://schemas.openxmlformats.org/officeDocument/2006/relationships/image" Target="../media/image1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6.png"/><Relationship Id="rId4" Type="http://schemas.openxmlformats.org/officeDocument/2006/relationships/image" Target="../media/image146.png"/><Relationship Id="rId9" Type="http://schemas.openxmlformats.org/officeDocument/2006/relationships/image" Target="../media/image144.png"/><Relationship Id="rId5" Type="http://schemas.openxmlformats.org/officeDocument/2006/relationships/image" Target="../media/image139.png"/><Relationship Id="rId6" Type="http://schemas.openxmlformats.org/officeDocument/2006/relationships/image" Target="../media/image151.png"/><Relationship Id="rId7" Type="http://schemas.openxmlformats.org/officeDocument/2006/relationships/image" Target="../media/image158.png"/><Relationship Id="rId8" Type="http://schemas.openxmlformats.org/officeDocument/2006/relationships/image" Target="../media/image1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0.png"/><Relationship Id="rId4" Type="http://schemas.openxmlformats.org/officeDocument/2006/relationships/image" Target="../media/image147.png"/><Relationship Id="rId5" Type="http://schemas.openxmlformats.org/officeDocument/2006/relationships/image" Target="../media/image153.png"/><Relationship Id="rId6" Type="http://schemas.openxmlformats.org/officeDocument/2006/relationships/image" Target="../media/image1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9.png"/><Relationship Id="rId4" Type="http://schemas.openxmlformats.org/officeDocument/2006/relationships/image" Target="../media/image143.png"/><Relationship Id="rId9" Type="http://schemas.openxmlformats.org/officeDocument/2006/relationships/image" Target="../media/image157.png"/><Relationship Id="rId5" Type="http://schemas.openxmlformats.org/officeDocument/2006/relationships/image" Target="../media/image148.png"/><Relationship Id="rId6" Type="http://schemas.openxmlformats.org/officeDocument/2006/relationships/image" Target="../media/image162.png"/><Relationship Id="rId7" Type="http://schemas.openxmlformats.org/officeDocument/2006/relationships/image" Target="../media/image171.png"/><Relationship Id="rId8" Type="http://schemas.openxmlformats.org/officeDocument/2006/relationships/image" Target="../media/image1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0.png"/><Relationship Id="rId4" Type="http://schemas.openxmlformats.org/officeDocument/2006/relationships/image" Target="../media/image170.png"/><Relationship Id="rId5" Type="http://schemas.openxmlformats.org/officeDocument/2006/relationships/image" Target="../media/image188.png"/><Relationship Id="rId6" Type="http://schemas.openxmlformats.org/officeDocument/2006/relationships/image" Target="../media/image1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4.png"/><Relationship Id="rId4" Type="http://schemas.openxmlformats.org/officeDocument/2006/relationships/image" Target="../media/image154.png"/><Relationship Id="rId9" Type="http://schemas.openxmlformats.org/officeDocument/2006/relationships/image" Target="../media/image172.png"/><Relationship Id="rId5" Type="http://schemas.openxmlformats.org/officeDocument/2006/relationships/image" Target="../media/image165.png"/><Relationship Id="rId6" Type="http://schemas.openxmlformats.org/officeDocument/2006/relationships/image" Target="../media/image152.png"/><Relationship Id="rId7" Type="http://schemas.openxmlformats.org/officeDocument/2006/relationships/image" Target="../media/image181.png"/><Relationship Id="rId8" Type="http://schemas.openxmlformats.org/officeDocument/2006/relationships/image" Target="../media/image18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38.bin"/><Relationship Id="rId9" Type="http://schemas.openxmlformats.org/officeDocument/2006/relationships/image" Target="../media/image1.png"/><Relationship Id="rId5" Type="http://schemas.openxmlformats.org/officeDocument/2006/relationships/oleObject" Target="../embeddings/oleObject38.bin"/><Relationship Id="rId6" Type="http://schemas.openxmlformats.org/officeDocument/2006/relationships/image" Target="../media/image7.png"/><Relationship Id="rId7" Type="http://schemas.openxmlformats.org/officeDocument/2006/relationships/oleObject" Target="../embeddings/oleObject39.bin"/><Relationship Id="rId8" Type="http://schemas.openxmlformats.org/officeDocument/2006/relationships/oleObject" Target="../embeddings/oleObject39.bin"/><Relationship Id="rId11" Type="http://schemas.openxmlformats.org/officeDocument/2006/relationships/oleObject" Target="../embeddings/oleObject40.bin"/><Relationship Id="rId10" Type="http://schemas.openxmlformats.org/officeDocument/2006/relationships/oleObject" Target="../embeddings/oleObject40.bin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22.png"/><Relationship Id="rId15" Type="http://schemas.openxmlformats.org/officeDocument/2006/relationships/image" Target="../media/image2.png"/><Relationship Id="rId14" Type="http://schemas.openxmlformats.org/officeDocument/2006/relationships/oleObject" Target="../embeddings/oleObject41.bin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42.bin"/><Relationship Id="rId9" Type="http://schemas.openxmlformats.org/officeDocument/2006/relationships/oleObject" Target="../embeddings/oleObject43.bin"/><Relationship Id="rId5" Type="http://schemas.openxmlformats.org/officeDocument/2006/relationships/oleObject" Target="../embeddings/oleObject42.bin"/><Relationship Id="rId6" Type="http://schemas.openxmlformats.org/officeDocument/2006/relationships/image" Target="../media/image28.png"/><Relationship Id="rId7" Type="http://schemas.openxmlformats.org/officeDocument/2006/relationships/image" Target="../media/image9.jpg"/><Relationship Id="rId8" Type="http://schemas.openxmlformats.org/officeDocument/2006/relationships/oleObject" Target="../embeddings/oleObject43.bin"/><Relationship Id="rId11" Type="http://schemas.openxmlformats.org/officeDocument/2006/relationships/oleObject" Target="../embeddings/oleObject44.bin"/><Relationship Id="rId10" Type="http://schemas.openxmlformats.org/officeDocument/2006/relationships/image" Target="../media/image14.png"/><Relationship Id="rId13" Type="http://schemas.openxmlformats.org/officeDocument/2006/relationships/image" Target="../media/image20.png"/><Relationship Id="rId12" Type="http://schemas.openxmlformats.org/officeDocument/2006/relationships/oleObject" Target="../embeddings/oleObject44.bin"/></Relationships>
</file>

<file path=ppt/slides/_rels/slide33.xml.rels><?xml version="1.0" encoding="UTF-8" standalone="yes"?><Relationships xmlns="http://schemas.openxmlformats.org/package/2006/relationships"><Relationship Id="rId20" Type="http://schemas.openxmlformats.org/officeDocument/2006/relationships/oleObject" Target="../embeddings/oleObject50.bin"/><Relationship Id="rId22" Type="http://schemas.openxmlformats.org/officeDocument/2006/relationships/oleObject" Target="../embeddings/oleObject51.bin"/><Relationship Id="rId21" Type="http://schemas.openxmlformats.org/officeDocument/2006/relationships/image" Target="../media/image16.png"/><Relationship Id="rId24" Type="http://schemas.openxmlformats.org/officeDocument/2006/relationships/image" Target="../media/image5.png"/><Relationship Id="rId23" Type="http://schemas.openxmlformats.org/officeDocument/2006/relationships/oleObject" Target="../embeddings/oleObject51.bin"/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3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45.bin"/><Relationship Id="rId9" Type="http://schemas.openxmlformats.org/officeDocument/2006/relationships/image" Target="../media/image21.png"/><Relationship Id="rId26" Type="http://schemas.openxmlformats.org/officeDocument/2006/relationships/oleObject" Target="../embeddings/oleObject52.bin"/><Relationship Id="rId25" Type="http://schemas.openxmlformats.org/officeDocument/2006/relationships/oleObject" Target="../embeddings/oleObject52.bin"/><Relationship Id="rId28" Type="http://schemas.openxmlformats.org/officeDocument/2006/relationships/oleObject" Target="../embeddings/oleObject53.bin"/><Relationship Id="rId27" Type="http://schemas.openxmlformats.org/officeDocument/2006/relationships/image" Target="../media/image15.png"/><Relationship Id="rId5" Type="http://schemas.openxmlformats.org/officeDocument/2006/relationships/oleObject" Target="../embeddings/oleObject45.bin"/><Relationship Id="rId6" Type="http://schemas.openxmlformats.org/officeDocument/2006/relationships/image" Target="../media/image10.png"/><Relationship Id="rId29" Type="http://schemas.openxmlformats.org/officeDocument/2006/relationships/oleObject" Target="../embeddings/oleObject53.bin"/><Relationship Id="rId7" Type="http://schemas.openxmlformats.org/officeDocument/2006/relationships/oleObject" Target="../embeddings/oleObject46.bin"/><Relationship Id="rId8" Type="http://schemas.openxmlformats.org/officeDocument/2006/relationships/oleObject" Target="../embeddings/oleObject46.bin"/><Relationship Id="rId30" Type="http://schemas.openxmlformats.org/officeDocument/2006/relationships/image" Target="../media/image13.png"/><Relationship Id="rId11" Type="http://schemas.openxmlformats.org/officeDocument/2006/relationships/oleObject" Target="../embeddings/oleObject47.bin"/><Relationship Id="rId10" Type="http://schemas.openxmlformats.org/officeDocument/2006/relationships/oleObject" Target="../embeddings/oleObject47.bin"/><Relationship Id="rId13" Type="http://schemas.openxmlformats.org/officeDocument/2006/relationships/oleObject" Target="../embeddings/oleObject48.bin"/><Relationship Id="rId12" Type="http://schemas.openxmlformats.org/officeDocument/2006/relationships/image" Target="../media/image6.png"/><Relationship Id="rId15" Type="http://schemas.openxmlformats.org/officeDocument/2006/relationships/image" Target="../media/image19.png"/><Relationship Id="rId14" Type="http://schemas.openxmlformats.org/officeDocument/2006/relationships/oleObject" Target="../embeddings/oleObject48.bin"/><Relationship Id="rId17" Type="http://schemas.openxmlformats.org/officeDocument/2006/relationships/oleObject" Target="../embeddings/oleObject49.bin"/><Relationship Id="rId16" Type="http://schemas.openxmlformats.org/officeDocument/2006/relationships/oleObject" Target="../embeddings/oleObject49.bin"/><Relationship Id="rId19" Type="http://schemas.openxmlformats.org/officeDocument/2006/relationships/oleObject" Target="../embeddings/oleObject50.bin"/><Relationship Id="rId18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4.xml"/><Relationship Id="rId3" Type="http://schemas.openxmlformats.org/officeDocument/2006/relationships/vmlDrawing" Target="../drawings/vmlDrawing11.vml"/><Relationship Id="rId4" Type="http://schemas.openxmlformats.org/officeDocument/2006/relationships/oleObject" Target="../embeddings/oleObject54.bin"/><Relationship Id="rId9" Type="http://schemas.openxmlformats.org/officeDocument/2006/relationships/image" Target="../media/image11.png"/><Relationship Id="rId5" Type="http://schemas.openxmlformats.org/officeDocument/2006/relationships/oleObject" Target="../embeddings/oleObject54.bin"/><Relationship Id="rId6" Type="http://schemas.openxmlformats.org/officeDocument/2006/relationships/image" Target="../media/image8.png"/><Relationship Id="rId7" Type="http://schemas.openxmlformats.org/officeDocument/2006/relationships/oleObject" Target="../embeddings/oleObject55.bin"/><Relationship Id="rId8" Type="http://schemas.openxmlformats.org/officeDocument/2006/relationships/oleObject" Target="../embeddings/oleObject55.bin"/><Relationship Id="rId11" Type="http://schemas.openxmlformats.org/officeDocument/2006/relationships/oleObject" Target="../embeddings/oleObject56.bin"/><Relationship Id="rId10" Type="http://schemas.openxmlformats.org/officeDocument/2006/relationships/oleObject" Target="../embeddings/oleObject56.bin"/><Relationship Id="rId12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20" Type="http://schemas.openxmlformats.org/officeDocument/2006/relationships/oleObject" Target="../embeddings/oleObject62.bin"/><Relationship Id="rId22" Type="http://schemas.openxmlformats.org/officeDocument/2006/relationships/oleObject" Target="../embeddings/oleObject63.bin"/><Relationship Id="rId21" Type="http://schemas.openxmlformats.org/officeDocument/2006/relationships/image" Target="../media/image25.png"/><Relationship Id="rId24" Type="http://schemas.openxmlformats.org/officeDocument/2006/relationships/image" Target="../media/image17.png"/><Relationship Id="rId23" Type="http://schemas.openxmlformats.org/officeDocument/2006/relationships/oleObject" Target="../embeddings/oleObject63.bin"/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5.xml"/><Relationship Id="rId3" Type="http://schemas.openxmlformats.org/officeDocument/2006/relationships/vmlDrawing" Target="../drawings/vmlDrawing12.vml"/><Relationship Id="rId4" Type="http://schemas.openxmlformats.org/officeDocument/2006/relationships/oleObject" Target="../embeddings/oleObject57.bin"/><Relationship Id="rId9" Type="http://schemas.openxmlformats.org/officeDocument/2006/relationships/image" Target="../media/image12.png"/><Relationship Id="rId26" Type="http://schemas.openxmlformats.org/officeDocument/2006/relationships/oleObject" Target="../embeddings/oleObject64.bin"/><Relationship Id="rId25" Type="http://schemas.openxmlformats.org/officeDocument/2006/relationships/oleObject" Target="../embeddings/oleObject64.bin"/><Relationship Id="rId28" Type="http://schemas.openxmlformats.org/officeDocument/2006/relationships/oleObject" Target="../embeddings/oleObject65.bin"/><Relationship Id="rId27" Type="http://schemas.openxmlformats.org/officeDocument/2006/relationships/image" Target="../media/image27.png"/><Relationship Id="rId5" Type="http://schemas.openxmlformats.org/officeDocument/2006/relationships/oleObject" Target="../embeddings/oleObject57.bin"/><Relationship Id="rId6" Type="http://schemas.openxmlformats.org/officeDocument/2006/relationships/image" Target="../media/image33.png"/><Relationship Id="rId29" Type="http://schemas.openxmlformats.org/officeDocument/2006/relationships/oleObject" Target="../embeddings/oleObject65.bin"/><Relationship Id="rId7" Type="http://schemas.openxmlformats.org/officeDocument/2006/relationships/oleObject" Target="../embeddings/oleObject58.bin"/><Relationship Id="rId8" Type="http://schemas.openxmlformats.org/officeDocument/2006/relationships/oleObject" Target="../embeddings/oleObject58.bin"/><Relationship Id="rId30" Type="http://schemas.openxmlformats.org/officeDocument/2006/relationships/image" Target="../media/image30.png"/><Relationship Id="rId11" Type="http://schemas.openxmlformats.org/officeDocument/2006/relationships/oleObject" Target="../embeddings/oleObject59.bin"/><Relationship Id="rId10" Type="http://schemas.openxmlformats.org/officeDocument/2006/relationships/oleObject" Target="../embeddings/oleObject59.bin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24.png"/><Relationship Id="rId15" Type="http://schemas.openxmlformats.org/officeDocument/2006/relationships/image" Target="../media/image18.png"/><Relationship Id="rId14" Type="http://schemas.openxmlformats.org/officeDocument/2006/relationships/oleObject" Target="../embeddings/oleObject60.bin"/><Relationship Id="rId17" Type="http://schemas.openxmlformats.org/officeDocument/2006/relationships/oleObject" Target="../embeddings/oleObject61.bin"/><Relationship Id="rId16" Type="http://schemas.openxmlformats.org/officeDocument/2006/relationships/oleObject" Target="../embeddings/oleObject61.bin"/><Relationship Id="rId19" Type="http://schemas.openxmlformats.org/officeDocument/2006/relationships/oleObject" Target="../embeddings/oleObject62.bin"/><Relationship Id="rId18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6.xml"/><Relationship Id="rId3" Type="http://schemas.openxmlformats.org/officeDocument/2006/relationships/vmlDrawing" Target="../drawings/vmlDrawing13.vml"/><Relationship Id="rId4" Type="http://schemas.openxmlformats.org/officeDocument/2006/relationships/oleObject" Target="../embeddings/oleObject66.bin"/><Relationship Id="rId9" Type="http://schemas.openxmlformats.org/officeDocument/2006/relationships/image" Target="../media/image34.png"/><Relationship Id="rId5" Type="http://schemas.openxmlformats.org/officeDocument/2006/relationships/oleObject" Target="../embeddings/oleObject66.bin"/><Relationship Id="rId6" Type="http://schemas.openxmlformats.org/officeDocument/2006/relationships/image" Target="../media/image31.png"/><Relationship Id="rId7" Type="http://schemas.openxmlformats.org/officeDocument/2006/relationships/oleObject" Target="../embeddings/oleObject67.bin"/><Relationship Id="rId8" Type="http://schemas.openxmlformats.org/officeDocument/2006/relationships/oleObject" Target="../embeddings/oleObject67.bin"/><Relationship Id="rId11" Type="http://schemas.openxmlformats.org/officeDocument/2006/relationships/oleObject" Target="../embeddings/oleObject68.bin"/><Relationship Id="rId10" Type="http://schemas.openxmlformats.org/officeDocument/2006/relationships/oleObject" Target="../embeddings/oleObject68.bin"/><Relationship Id="rId12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20" Type="http://schemas.openxmlformats.org/officeDocument/2006/relationships/oleObject" Target="../embeddings/oleObject74.bin"/><Relationship Id="rId22" Type="http://schemas.openxmlformats.org/officeDocument/2006/relationships/image" Target="../media/image32.png"/><Relationship Id="rId21" Type="http://schemas.openxmlformats.org/officeDocument/2006/relationships/image" Target="../media/image43.png"/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7.xml"/><Relationship Id="rId3" Type="http://schemas.openxmlformats.org/officeDocument/2006/relationships/vmlDrawing" Target="../drawings/vmlDrawing14.vml"/><Relationship Id="rId4" Type="http://schemas.openxmlformats.org/officeDocument/2006/relationships/oleObject" Target="../embeddings/oleObject69.bin"/><Relationship Id="rId9" Type="http://schemas.openxmlformats.org/officeDocument/2006/relationships/image" Target="../media/image38.png"/><Relationship Id="rId5" Type="http://schemas.openxmlformats.org/officeDocument/2006/relationships/oleObject" Target="../embeddings/oleObject69.bin"/><Relationship Id="rId6" Type="http://schemas.openxmlformats.org/officeDocument/2006/relationships/image" Target="../media/image29.png"/><Relationship Id="rId7" Type="http://schemas.openxmlformats.org/officeDocument/2006/relationships/oleObject" Target="../embeddings/oleObject70.bin"/><Relationship Id="rId8" Type="http://schemas.openxmlformats.org/officeDocument/2006/relationships/oleObject" Target="../embeddings/oleObject70.bin"/><Relationship Id="rId11" Type="http://schemas.openxmlformats.org/officeDocument/2006/relationships/oleObject" Target="../embeddings/oleObject71.bin"/><Relationship Id="rId10" Type="http://schemas.openxmlformats.org/officeDocument/2006/relationships/oleObject" Target="../embeddings/oleObject71.bin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23.png"/><Relationship Id="rId15" Type="http://schemas.openxmlformats.org/officeDocument/2006/relationships/image" Target="../media/image48.png"/><Relationship Id="rId14" Type="http://schemas.openxmlformats.org/officeDocument/2006/relationships/oleObject" Target="../embeddings/oleObject72.bin"/><Relationship Id="rId17" Type="http://schemas.openxmlformats.org/officeDocument/2006/relationships/oleObject" Target="../embeddings/oleObject73.bin"/><Relationship Id="rId16" Type="http://schemas.openxmlformats.org/officeDocument/2006/relationships/oleObject" Target="../embeddings/oleObject73.bin"/><Relationship Id="rId19" Type="http://schemas.openxmlformats.org/officeDocument/2006/relationships/oleObject" Target="../embeddings/oleObject74.bin"/><Relationship Id="rId18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5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5" Type="http://schemas.openxmlformats.org/officeDocument/2006/relationships/image" Target="../media/image178.png"/><Relationship Id="rId6" Type="http://schemas.openxmlformats.org/officeDocument/2006/relationships/image" Target="../media/image182.png"/><Relationship Id="rId7" Type="http://schemas.openxmlformats.org/officeDocument/2006/relationships/image" Target="../media/image179.png"/><Relationship Id="rId8" Type="http://schemas.openxmlformats.org/officeDocument/2006/relationships/image" Target="../media/image195.png"/><Relationship Id="rId11" Type="http://schemas.openxmlformats.org/officeDocument/2006/relationships/image" Target="../media/image180.png"/><Relationship Id="rId10" Type="http://schemas.openxmlformats.org/officeDocument/2006/relationships/image" Target="../media/image194.png"/><Relationship Id="rId13" Type="http://schemas.openxmlformats.org/officeDocument/2006/relationships/image" Target="../media/image173.png"/><Relationship Id="rId12" Type="http://schemas.openxmlformats.org/officeDocument/2006/relationships/image" Target="../media/image211.png"/><Relationship Id="rId15" Type="http://schemas.openxmlformats.org/officeDocument/2006/relationships/image" Target="../media/image207.png"/><Relationship Id="rId14" Type="http://schemas.openxmlformats.org/officeDocument/2006/relationships/image" Target="../media/image184.jpg"/><Relationship Id="rId17" Type="http://schemas.openxmlformats.org/officeDocument/2006/relationships/image" Target="../media/image191.png"/><Relationship Id="rId16" Type="http://schemas.openxmlformats.org/officeDocument/2006/relationships/image" Target="../media/image208.png"/><Relationship Id="rId18" Type="http://schemas.openxmlformats.org/officeDocument/2006/relationships/image" Target="../media/image20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9.xml"/><Relationship Id="rId3" Type="http://schemas.openxmlformats.org/officeDocument/2006/relationships/vmlDrawing" Target="../drawings/vmlDrawing15.vml"/><Relationship Id="rId4" Type="http://schemas.openxmlformats.org/officeDocument/2006/relationships/image" Target="../media/image204.png"/><Relationship Id="rId9" Type="http://schemas.openxmlformats.org/officeDocument/2006/relationships/image" Target="../media/image150.png"/><Relationship Id="rId5" Type="http://schemas.openxmlformats.org/officeDocument/2006/relationships/image" Target="../media/image171.png"/><Relationship Id="rId6" Type="http://schemas.openxmlformats.org/officeDocument/2006/relationships/image" Target="../media/image197.png"/><Relationship Id="rId7" Type="http://schemas.openxmlformats.org/officeDocument/2006/relationships/image" Target="../media/image185.jpg"/><Relationship Id="rId8" Type="http://schemas.openxmlformats.org/officeDocument/2006/relationships/image" Target="../media/image198.png"/><Relationship Id="rId11" Type="http://schemas.openxmlformats.org/officeDocument/2006/relationships/oleObject" Target="../embeddings/oleObject75.bin"/><Relationship Id="rId10" Type="http://schemas.openxmlformats.org/officeDocument/2006/relationships/oleObject" Target="../embeddings/oleObject75.bin"/><Relationship Id="rId13" Type="http://schemas.openxmlformats.org/officeDocument/2006/relationships/image" Target="../media/image188.png"/><Relationship Id="rId12" Type="http://schemas.openxmlformats.org/officeDocument/2006/relationships/image" Target="../media/image10.png"/><Relationship Id="rId15" Type="http://schemas.openxmlformats.org/officeDocument/2006/relationships/image" Target="../media/image209.png"/><Relationship Id="rId14" Type="http://schemas.openxmlformats.org/officeDocument/2006/relationships/image" Target="../media/image8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0.xml"/><Relationship Id="rId3" Type="http://schemas.openxmlformats.org/officeDocument/2006/relationships/vmlDrawing" Target="../drawings/vmlDrawing16.vml"/><Relationship Id="rId4" Type="http://schemas.openxmlformats.org/officeDocument/2006/relationships/oleObject" Target="../embeddings/oleObject76.bin"/><Relationship Id="rId9" Type="http://schemas.openxmlformats.org/officeDocument/2006/relationships/image" Target="../media/image192.png"/><Relationship Id="rId5" Type="http://schemas.openxmlformats.org/officeDocument/2006/relationships/oleObject" Target="../embeddings/oleObject76.bin"/><Relationship Id="rId6" Type="http://schemas.openxmlformats.org/officeDocument/2006/relationships/image" Target="../media/image193.png"/><Relationship Id="rId7" Type="http://schemas.openxmlformats.org/officeDocument/2006/relationships/image" Target="../media/image196.png"/><Relationship Id="rId8" Type="http://schemas.openxmlformats.org/officeDocument/2006/relationships/image" Target="../media/image205.png"/><Relationship Id="rId11" Type="http://schemas.openxmlformats.org/officeDocument/2006/relationships/image" Target="../media/image219.png"/><Relationship Id="rId10" Type="http://schemas.openxmlformats.org/officeDocument/2006/relationships/image" Target="../media/image200.png"/><Relationship Id="rId13" Type="http://schemas.openxmlformats.org/officeDocument/2006/relationships/image" Target="../media/image203.jpg"/><Relationship Id="rId12" Type="http://schemas.openxmlformats.org/officeDocument/2006/relationships/image" Target="../media/image199.jpg"/><Relationship Id="rId15" Type="http://schemas.openxmlformats.org/officeDocument/2006/relationships/image" Target="../media/image202.png"/><Relationship Id="rId14" Type="http://schemas.openxmlformats.org/officeDocument/2006/relationships/image" Target="../media/image210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2.png"/><Relationship Id="rId4" Type="http://schemas.openxmlformats.org/officeDocument/2006/relationships/image" Target="../media/image206.png"/><Relationship Id="rId9" Type="http://schemas.openxmlformats.org/officeDocument/2006/relationships/image" Target="../media/image213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23.png"/><Relationship Id="rId8" Type="http://schemas.openxmlformats.org/officeDocument/2006/relationships/image" Target="../media/image216.png"/><Relationship Id="rId11" Type="http://schemas.openxmlformats.org/officeDocument/2006/relationships/image" Target="../media/image217.png"/><Relationship Id="rId10" Type="http://schemas.openxmlformats.org/officeDocument/2006/relationships/image" Target="../media/image222.png"/><Relationship Id="rId13" Type="http://schemas.openxmlformats.org/officeDocument/2006/relationships/image" Target="../media/image218.png"/><Relationship Id="rId12" Type="http://schemas.openxmlformats.org/officeDocument/2006/relationships/image" Target="../media/image224.png"/><Relationship Id="rId15" Type="http://schemas.openxmlformats.org/officeDocument/2006/relationships/image" Target="../media/image215.png"/><Relationship Id="rId14" Type="http://schemas.openxmlformats.org/officeDocument/2006/relationships/image" Target="../media/image214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9" name="Google Shape;359;p1"/>
          <p:cNvGraphicFramePr/>
          <p:nvPr/>
        </p:nvGraphicFramePr>
        <p:xfrm>
          <a:off x="2195512" y="2349500"/>
          <a:ext cx="836612" cy="1943100"/>
        </p:xfrm>
        <a:graphic>
          <a:graphicData uri="http://schemas.openxmlformats.org/presentationml/2006/ole">
            <mc:AlternateContent>
              <mc:Choice Requires="v">
                <p:oleObj r:id="rId4" imgH="1943100" imgW="836612" progId="Visio.Drawing.11" spid="_x0000_s1">
                  <p:embed/>
                </p:oleObj>
              </mc:Choice>
              <mc:Fallback>
                <p:oleObj r:id="rId5" imgH="1943100" imgW="836612" progId="Visio.Drawing.11">
                  <p:embed/>
                  <p:pic>
                    <p:nvPicPr>
                      <p:cNvPr id="359" name="Google Shape;359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195512" y="2349500"/>
                        <a:ext cx="836612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" name="Google Shape;360;p1"/>
          <p:cNvGraphicFramePr/>
          <p:nvPr/>
        </p:nvGraphicFramePr>
        <p:xfrm>
          <a:off x="5219700" y="1700212"/>
          <a:ext cx="1498600" cy="2963862"/>
        </p:xfrm>
        <a:graphic>
          <a:graphicData uri="http://schemas.openxmlformats.org/presentationml/2006/ole">
            <mc:AlternateContent>
              <mc:Choice Requires="v">
                <p:oleObj r:id="rId7" imgH="2963862" imgW="1498600" progId="Visio.Drawing.11" spid="_x0000_s2">
                  <p:embed/>
                </p:oleObj>
              </mc:Choice>
              <mc:Fallback>
                <p:oleObj r:id="rId8" imgH="2963862" imgW="1498600" progId="Visio.Drawing.11">
                  <p:embed/>
                  <p:pic>
                    <p:nvPicPr>
                      <p:cNvPr id="360" name="Google Shape;360;p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219700" y="1700212"/>
                        <a:ext cx="1498600" cy="296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" name="Google Shape;361;p1"/>
          <p:cNvGraphicFramePr/>
          <p:nvPr/>
        </p:nvGraphicFramePr>
        <p:xfrm>
          <a:off x="2771775" y="5157787"/>
          <a:ext cx="3219450" cy="923925"/>
        </p:xfrm>
        <a:graphic>
          <a:graphicData uri="http://schemas.openxmlformats.org/presentationml/2006/ole">
            <mc:AlternateContent>
              <mc:Choice Requires="v">
                <p:oleObj r:id="rId10" imgH="923925" imgW="3219450" progId="Visio.Drawing.11" spid="_x0000_s3">
                  <p:embed/>
                </p:oleObj>
              </mc:Choice>
              <mc:Fallback>
                <p:oleObj r:id="rId11" imgH="923925" imgW="3219450" progId="Visio.Drawing.11">
                  <p:embed/>
                  <p:pic>
                    <p:nvPicPr>
                      <p:cNvPr id="361" name="Google Shape;361;p1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71775" y="5157787"/>
                        <a:ext cx="32194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2" name="Google Shape;362;p1"/>
          <p:cNvGrpSpPr/>
          <p:nvPr/>
        </p:nvGrpSpPr>
        <p:grpSpPr>
          <a:xfrm>
            <a:off x="3419475" y="1700212"/>
            <a:ext cx="1368425" cy="995362"/>
            <a:chOff x="3529" y="2069"/>
            <a:chExt cx="914" cy="497"/>
          </a:xfrm>
        </p:grpSpPr>
        <p:sp>
          <p:nvSpPr>
            <p:cNvPr id="363" name="Google Shape;363;p1"/>
            <p:cNvSpPr/>
            <p:nvPr/>
          </p:nvSpPr>
          <p:spPr>
            <a:xfrm flipH="1">
              <a:off x="3625" y="2069"/>
              <a:ext cx="245" cy="84"/>
            </a:xfrm>
            <a:custGeom>
              <a:rect b="b" l="l" r="r" t="t"/>
              <a:pathLst>
                <a:path extrusionOk="0" h="268" w="631">
                  <a:moveTo>
                    <a:pt x="0" y="268"/>
                  </a:moveTo>
                  <a:lnTo>
                    <a:pt x="2" y="264"/>
                  </a:lnTo>
                  <a:lnTo>
                    <a:pt x="10" y="251"/>
                  </a:lnTo>
                  <a:lnTo>
                    <a:pt x="21" y="233"/>
                  </a:lnTo>
                  <a:lnTo>
                    <a:pt x="39" y="210"/>
                  </a:lnTo>
                  <a:lnTo>
                    <a:pt x="60" y="184"/>
                  </a:lnTo>
                  <a:lnTo>
                    <a:pt x="87" y="156"/>
                  </a:lnTo>
                  <a:lnTo>
                    <a:pt x="119" y="128"/>
                  </a:lnTo>
                  <a:lnTo>
                    <a:pt x="155" y="100"/>
                  </a:lnTo>
                  <a:lnTo>
                    <a:pt x="197" y="75"/>
                  </a:lnTo>
                  <a:lnTo>
                    <a:pt x="244" y="53"/>
                  </a:lnTo>
                  <a:lnTo>
                    <a:pt x="295" y="37"/>
                  </a:lnTo>
                  <a:lnTo>
                    <a:pt x="352" y="27"/>
                  </a:lnTo>
                  <a:lnTo>
                    <a:pt x="415" y="25"/>
                  </a:lnTo>
                  <a:lnTo>
                    <a:pt x="482" y="32"/>
                  </a:lnTo>
                  <a:lnTo>
                    <a:pt x="554" y="51"/>
                  </a:lnTo>
                  <a:lnTo>
                    <a:pt x="631" y="81"/>
                  </a:lnTo>
                  <a:lnTo>
                    <a:pt x="626" y="78"/>
                  </a:lnTo>
                  <a:lnTo>
                    <a:pt x="611" y="70"/>
                  </a:lnTo>
                  <a:lnTo>
                    <a:pt x="588" y="59"/>
                  </a:lnTo>
                  <a:lnTo>
                    <a:pt x="558" y="45"/>
                  </a:lnTo>
                  <a:lnTo>
                    <a:pt x="521" y="31"/>
                  </a:lnTo>
                  <a:lnTo>
                    <a:pt x="478" y="18"/>
                  </a:lnTo>
                  <a:lnTo>
                    <a:pt x="431" y="8"/>
                  </a:lnTo>
                  <a:lnTo>
                    <a:pt x="382" y="1"/>
                  </a:lnTo>
                  <a:lnTo>
                    <a:pt x="331" y="0"/>
                  </a:lnTo>
                  <a:lnTo>
                    <a:pt x="277" y="6"/>
                  </a:lnTo>
                  <a:lnTo>
                    <a:pt x="225" y="20"/>
                  </a:lnTo>
                  <a:lnTo>
                    <a:pt x="174" y="43"/>
                  </a:lnTo>
                  <a:lnTo>
                    <a:pt x="125" y="79"/>
                  </a:lnTo>
                  <a:lnTo>
                    <a:pt x="78" y="127"/>
                  </a:lnTo>
                  <a:lnTo>
                    <a:pt x="36" y="189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 flipH="1">
              <a:off x="4085" y="2124"/>
              <a:ext cx="28" cy="67"/>
            </a:xfrm>
            <a:custGeom>
              <a:rect b="b" l="l" r="r" t="t"/>
              <a:pathLst>
                <a:path extrusionOk="0" h="300" w="132">
                  <a:moveTo>
                    <a:pt x="0" y="25"/>
                  </a:moveTo>
                  <a:lnTo>
                    <a:pt x="1" y="27"/>
                  </a:lnTo>
                  <a:lnTo>
                    <a:pt x="6" y="32"/>
                  </a:lnTo>
                  <a:lnTo>
                    <a:pt x="13" y="40"/>
                  </a:lnTo>
                  <a:lnTo>
                    <a:pt x="22" y="48"/>
                  </a:lnTo>
                  <a:lnTo>
                    <a:pt x="28" y="52"/>
                  </a:lnTo>
                  <a:lnTo>
                    <a:pt x="34" y="56"/>
                  </a:lnTo>
                  <a:lnTo>
                    <a:pt x="40" y="59"/>
                  </a:lnTo>
                  <a:lnTo>
                    <a:pt x="47" y="62"/>
                  </a:lnTo>
                  <a:lnTo>
                    <a:pt x="54" y="64"/>
                  </a:lnTo>
                  <a:lnTo>
                    <a:pt x="63" y="65"/>
                  </a:lnTo>
                  <a:lnTo>
                    <a:pt x="71" y="65"/>
                  </a:lnTo>
                  <a:lnTo>
                    <a:pt x="79" y="64"/>
                  </a:lnTo>
                  <a:lnTo>
                    <a:pt x="87" y="62"/>
                  </a:lnTo>
                  <a:lnTo>
                    <a:pt x="94" y="58"/>
                  </a:lnTo>
                  <a:lnTo>
                    <a:pt x="100" y="54"/>
                  </a:lnTo>
                  <a:lnTo>
                    <a:pt x="106" y="50"/>
                  </a:lnTo>
                  <a:lnTo>
                    <a:pt x="115" y="40"/>
                  </a:lnTo>
                  <a:lnTo>
                    <a:pt x="122" y="29"/>
                  </a:lnTo>
                  <a:lnTo>
                    <a:pt x="127" y="17"/>
                  </a:lnTo>
                  <a:lnTo>
                    <a:pt x="130" y="8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2" y="30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8D08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 flipH="1">
              <a:off x="4085" y="2167"/>
              <a:ext cx="10" cy="24"/>
            </a:xfrm>
            <a:custGeom>
              <a:rect b="b" l="l" r="r" t="t"/>
              <a:pathLst>
                <a:path extrusionOk="0" h="101" w="43">
                  <a:moveTo>
                    <a:pt x="34" y="3"/>
                  </a:moveTo>
                  <a:lnTo>
                    <a:pt x="28" y="5"/>
                  </a:lnTo>
                  <a:lnTo>
                    <a:pt x="24" y="6"/>
                  </a:lnTo>
                  <a:lnTo>
                    <a:pt x="19" y="7"/>
                  </a:lnTo>
                  <a:lnTo>
                    <a:pt x="15" y="8"/>
                  </a:lnTo>
                  <a:lnTo>
                    <a:pt x="11" y="9"/>
                  </a:lnTo>
                  <a:lnTo>
                    <a:pt x="7" y="9"/>
                  </a:lnTo>
                  <a:lnTo>
                    <a:pt x="3" y="10"/>
                  </a:lnTo>
                  <a:lnTo>
                    <a:pt x="0" y="10"/>
                  </a:lnTo>
                  <a:lnTo>
                    <a:pt x="43" y="101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4" y="3"/>
                  </a:lnTo>
                  <a:close/>
                </a:path>
              </a:pathLst>
            </a:custGeom>
            <a:solidFill>
              <a:srgbClr val="5312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 flipH="1">
              <a:off x="3662" y="2493"/>
              <a:ext cx="336" cy="73"/>
            </a:xfrm>
            <a:custGeom>
              <a:rect b="b" l="l" r="r" t="t"/>
              <a:pathLst>
                <a:path extrusionOk="0" h="238" w="865">
                  <a:moveTo>
                    <a:pt x="865" y="238"/>
                  </a:moveTo>
                  <a:lnTo>
                    <a:pt x="809" y="229"/>
                  </a:lnTo>
                  <a:lnTo>
                    <a:pt x="756" y="220"/>
                  </a:lnTo>
                  <a:lnTo>
                    <a:pt x="704" y="210"/>
                  </a:lnTo>
                  <a:lnTo>
                    <a:pt x="655" y="201"/>
                  </a:lnTo>
                  <a:lnTo>
                    <a:pt x="607" y="191"/>
                  </a:lnTo>
                  <a:lnTo>
                    <a:pt x="562" y="181"/>
                  </a:lnTo>
                  <a:lnTo>
                    <a:pt x="518" y="171"/>
                  </a:lnTo>
                  <a:lnTo>
                    <a:pt x="477" y="161"/>
                  </a:lnTo>
                  <a:lnTo>
                    <a:pt x="437" y="151"/>
                  </a:lnTo>
                  <a:lnTo>
                    <a:pt x="398" y="141"/>
                  </a:lnTo>
                  <a:lnTo>
                    <a:pt x="362" y="131"/>
                  </a:lnTo>
                  <a:lnTo>
                    <a:pt x="327" y="121"/>
                  </a:lnTo>
                  <a:lnTo>
                    <a:pt x="295" y="112"/>
                  </a:lnTo>
                  <a:lnTo>
                    <a:pt x="264" y="101"/>
                  </a:lnTo>
                  <a:lnTo>
                    <a:pt x="235" y="92"/>
                  </a:lnTo>
                  <a:lnTo>
                    <a:pt x="207" y="83"/>
                  </a:lnTo>
                  <a:lnTo>
                    <a:pt x="181" y="74"/>
                  </a:lnTo>
                  <a:lnTo>
                    <a:pt x="158" y="66"/>
                  </a:lnTo>
                  <a:lnTo>
                    <a:pt x="135" y="58"/>
                  </a:lnTo>
                  <a:lnTo>
                    <a:pt x="115" y="50"/>
                  </a:lnTo>
                  <a:lnTo>
                    <a:pt x="96" y="43"/>
                  </a:lnTo>
                  <a:lnTo>
                    <a:pt x="80" y="36"/>
                  </a:lnTo>
                  <a:lnTo>
                    <a:pt x="64" y="29"/>
                  </a:lnTo>
                  <a:lnTo>
                    <a:pt x="51" y="24"/>
                  </a:lnTo>
                  <a:lnTo>
                    <a:pt x="39" y="18"/>
                  </a:lnTo>
                  <a:lnTo>
                    <a:pt x="28" y="14"/>
                  </a:lnTo>
                  <a:lnTo>
                    <a:pt x="20" y="10"/>
                  </a:lnTo>
                  <a:lnTo>
                    <a:pt x="13" y="6"/>
                  </a:lnTo>
                  <a:lnTo>
                    <a:pt x="7" y="4"/>
                  </a:lnTo>
                  <a:lnTo>
                    <a:pt x="4" y="2"/>
                  </a:lnTo>
                  <a:lnTo>
                    <a:pt x="1" y="0"/>
                  </a:lnTo>
                  <a:lnTo>
                    <a:pt x="0" y="0"/>
                  </a:lnTo>
                  <a:lnTo>
                    <a:pt x="865" y="238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 flipH="1">
              <a:off x="3534" y="2079"/>
              <a:ext cx="898" cy="477"/>
            </a:xfrm>
            <a:custGeom>
              <a:rect b="b" l="l" r="r" t="t"/>
              <a:pathLst>
                <a:path extrusionOk="0" h="1538" w="2319">
                  <a:moveTo>
                    <a:pt x="527" y="70"/>
                  </a:moveTo>
                  <a:lnTo>
                    <a:pt x="529" y="69"/>
                  </a:lnTo>
                  <a:lnTo>
                    <a:pt x="534" y="67"/>
                  </a:lnTo>
                  <a:lnTo>
                    <a:pt x="543" y="64"/>
                  </a:lnTo>
                  <a:lnTo>
                    <a:pt x="556" y="60"/>
                  </a:lnTo>
                  <a:lnTo>
                    <a:pt x="570" y="55"/>
                  </a:lnTo>
                  <a:lnTo>
                    <a:pt x="588" y="49"/>
                  </a:lnTo>
                  <a:lnTo>
                    <a:pt x="609" y="43"/>
                  </a:lnTo>
                  <a:lnTo>
                    <a:pt x="633" y="37"/>
                  </a:lnTo>
                  <a:lnTo>
                    <a:pt x="657" y="30"/>
                  </a:lnTo>
                  <a:lnTo>
                    <a:pt x="685" y="24"/>
                  </a:lnTo>
                  <a:lnTo>
                    <a:pt x="714" y="18"/>
                  </a:lnTo>
                  <a:lnTo>
                    <a:pt x="745" y="13"/>
                  </a:lnTo>
                  <a:lnTo>
                    <a:pt x="778" y="8"/>
                  </a:lnTo>
                  <a:lnTo>
                    <a:pt x="811" y="4"/>
                  </a:lnTo>
                  <a:lnTo>
                    <a:pt x="846" y="2"/>
                  </a:lnTo>
                  <a:lnTo>
                    <a:pt x="880" y="0"/>
                  </a:lnTo>
                  <a:lnTo>
                    <a:pt x="916" y="1"/>
                  </a:lnTo>
                  <a:lnTo>
                    <a:pt x="953" y="2"/>
                  </a:lnTo>
                  <a:lnTo>
                    <a:pt x="990" y="6"/>
                  </a:lnTo>
                  <a:lnTo>
                    <a:pt x="1027" y="12"/>
                  </a:lnTo>
                  <a:lnTo>
                    <a:pt x="1062" y="19"/>
                  </a:lnTo>
                  <a:lnTo>
                    <a:pt x="1099" y="30"/>
                  </a:lnTo>
                  <a:lnTo>
                    <a:pt x="1134" y="43"/>
                  </a:lnTo>
                  <a:lnTo>
                    <a:pt x="1168" y="58"/>
                  </a:lnTo>
                  <a:lnTo>
                    <a:pt x="1203" y="77"/>
                  </a:lnTo>
                  <a:lnTo>
                    <a:pt x="1235" y="99"/>
                  </a:lnTo>
                  <a:lnTo>
                    <a:pt x="1266" y="124"/>
                  </a:lnTo>
                  <a:lnTo>
                    <a:pt x="1296" y="152"/>
                  </a:lnTo>
                  <a:lnTo>
                    <a:pt x="1323" y="185"/>
                  </a:lnTo>
                  <a:lnTo>
                    <a:pt x="1349" y="221"/>
                  </a:lnTo>
                  <a:lnTo>
                    <a:pt x="1372" y="262"/>
                  </a:lnTo>
                  <a:lnTo>
                    <a:pt x="1394" y="307"/>
                  </a:lnTo>
                  <a:lnTo>
                    <a:pt x="1396" y="306"/>
                  </a:lnTo>
                  <a:lnTo>
                    <a:pt x="1400" y="304"/>
                  </a:lnTo>
                  <a:lnTo>
                    <a:pt x="1408" y="302"/>
                  </a:lnTo>
                  <a:lnTo>
                    <a:pt x="1419" y="298"/>
                  </a:lnTo>
                  <a:lnTo>
                    <a:pt x="1433" y="293"/>
                  </a:lnTo>
                  <a:lnTo>
                    <a:pt x="1449" y="287"/>
                  </a:lnTo>
                  <a:lnTo>
                    <a:pt x="1468" y="281"/>
                  </a:lnTo>
                  <a:lnTo>
                    <a:pt x="1489" y="274"/>
                  </a:lnTo>
                  <a:lnTo>
                    <a:pt x="1512" y="267"/>
                  </a:lnTo>
                  <a:lnTo>
                    <a:pt x="1537" y="259"/>
                  </a:lnTo>
                  <a:lnTo>
                    <a:pt x="1563" y="252"/>
                  </a:lnTo>
                  <a:lnTo>
                    <a:pt x="1591" y="244"/>
                  </a:lnTo>
                  <a:lnTo>
                    <a:pt x="1621" y="236"/>
                  </a:lnTo>
                  <a:lnTo>
                    <a:pt x="1653" y="228"/>
                  </a:lnTo>
                  <a:lnTo>
                    <a:pt x="1684" y="220"/>
                  </a:lnTo>
                  <a:lnTo>
                    <a:pt x="1717" y="213"/>
                  </a:lnTo>
                  <a:lnTo>
                    <a:pt x="1751" y="206"/>
                  </a:lnTo>
                  <a:lnTo>
                    <a:pt x="1785" y="200"/>
                  </a:lnTo>
                  <a:lnTo>
                    <a:pt x="1820" y="195"/>
                  </a:lnTo>
                  <a:lnTo>
                    <a:pt x="1855" y="190"/>
                  </a:lnTo>
                  <a:lnTo>
                    <a:pt x="1889" y="187"/>
                  </a:lnTo>
                  <a:lnTo>
                    <a:pt x="1924" y="184"/>
                  </a:lnTo>
                  <a:lnTo>
                    <a:pt x="1958" y="183"/>
                  </a:lnTo>
                  <a:lnTo>
                    <a:pt x="1993" y="183"/>
                  </a:lnTo>
                  <a:lnTo>
                    <a:pt x="2026" y="184"/>
                  </a:lnTo>
                  <a:lnTo>
                    <a:pt x="2059" y="187"/>
                  </a:lnTo>
                  <a:lnTo>
                    <a:pt x="2091" y="191"/>
                  </a:lnTo>
                  <a:lnTo>
                    <a:pt x="2122" y="197"/>
                  </a:lnTo>
                  <a:lnTo>
                    <a:pt x="2151" y="205"/>
                  </a:lnTo>
                  <a:lnTo>
                    <a:pt x="2179" y="215"/>
                  </a:lnTo>
                  <a:lnTo>
                    <a:pt x="2206" y="228"/>
                  </a:lnTo>
                  <a:lnTo>
                    <a:pt x="2231" y="242"/>
                  </a:lnTo>
                  <a:lnTo>
                    <a:pt x="2142" y="418"/>
                  </a:lnTo>
                  <a:lnTo>
                    <a:pt x="2319" y="474"/>
                  </a:lnTo>
                  <a:lnTo>
                    <a:pt x="1972" y="1538"/>
                  </a:lnTo>
                  <a:lnTo>
                    <a:pt x="1969" y="1537"/>
                  </a:lnTo>
                  <a:lnTo>
                    <a:pt x="1962" y="1536"/>
                  </a:lnTo>
                  <a:lnTo>
                    <a:pt x="1949" y="1533"/>
                  </a:lnTo>
                  <a:lnTo>
                    <a:pt x="1933" y="1530"/>
                  </a:lnTo>
                  <a:lnTo>
                    <a:pt x="1913" y="1525"/>
                  </a:lnTo>
                  <a:lnTo>
                    <a:pt x="1888" y="1520"/>
                  </a:lnTo>
                  <a:lnTo>
                    <a:pt x="1860" y="1514"/>
                  </a:lnTo>
                  <a:lnTo>
                    <a:pt x="1830" y="1508"/>
                  </a:lnTo>
                  <a:lnTo>
                    <a:pt x="1798" y="1500"/>
                  </a:lnTo>
                  <a:lnTo>
                    <a:pt x="1762" y="1493"/>
                  </a:lnTo>
                  <a:lnTo>
                    <a:pt x="1725" y="1484"/>
                  </a:lnTo>
                  <a:lnTo>
                    <a:pt x="1686" y="1476"/>
                  </a:lnTo>
                  <a:lnTo>
                    <a:pt x="1646" y="1467"/>
                  </a:lnTo>
                  <a:lnTo>
                    <a:pt x="1605" y="1457"/>
                  </a:lnTo>
                  <a:lnTo>
                    <a:pt x="1562" y="1448"/>
                  </a:lnTo>
                  <a:lnTo>
                    <a:pt x="1521" y="1438"/>
                  </a:lnTo>
                  <a:lnTo>
                    <a:pt x="1478" y="1427"/>
                  </a:lnTo>
                  <a:lnTo>
                    <a:pt x="1437" y="1417"/>
                  </a:lnTo>
                  <a:lnTo>
                    <a:pt x="1396" y="1407"/>
                  </a:lnTo>
                  <a:lnTo>
                    <a:pt x="1357" y="1397"/>
                  </a:lnTo>
                  <a:lnTo>
                    <a:pt x="1318" y="1387"/>
                  </a:lnTo>
                  <a:lnTo>
                    <a:pt x="1281" y="1377"/>
                  </a:lnTo>
                  <a:lnTo>
                    <a:pt x="1246" y="1368"/>
                  </a:lnTo>
                  <a:lnTo>
                    <a:pt x="1215" y="1359"/>
                  </a:lnTo>
                  <a:lnTo>
                    <a:pt x="1185" y="1350"/>
                  </a:lnTo>
                  <a:lnTo>
                    <a:pt x="1159" y="1342"/>
                  </a:lnTo>
                  <a:lnTo>
                    <a:pt x="1136" y="1334"/>
                  </a:lnTo>
                  <a:lnTo>
                    <a:pt x="1117" y="1327"/>
                  </a:lnTo>
                  <a:lnTo>
                    <a:pt x="1101" y="1320"/>
                  </a:lnTo>
                  <a:lnTo>
                    <a:pt x="1091" y="1315"/>
                  </a:lnTo>
                  <a:lnTo>
                    <a:pt x="1086" y="1309"/>
                  </a:lnTo>
                  <a:lnTo>
                    <a:pt x="1085" y="1305"/>
                  </a:lnTo>
                  <a:lnTo>
                    <a:pt x="1082" y="1309"/>
                  </a:lnTo>
                  <a:lnTo>
                    <a:pt x="1076" y="1320"/>
                  </a:lnTo>
                  <a:lnTo>
                    <a:pt x="1066" y="1333"/>
                  </a:lnTo>
                  <a:lnTo>
                    <a:pt x="1051" y="1345"/>
                  </a:lnTo>
                  <a:lnTo>
                    <a:pt x="1032" y="1351"/>
                  </a:lnTo>
                  <a:lnTo>
                    <a:pt x="1009" y="1348"/>
                  </a:lnTo>
                  <a:lnTo>
                    <a:pt x="982" y="1333"/>
                  </a:lnTo>
                  <a:lnTo>
                    <a:pt x="951" y="1301"/>
                  </a:lnTo>
                  <a:lnTo>
                    <a:pt x="77" y="1153"/>
                  </a:lnTo>
                  <a:lnTo>
                    <a:pt x="0" y="1133"/>
                  </a:lnTo>
                  <a:lnTo>
                    <a:pt x="4" y="1123"/>
                  </a:lnTo>
                  <a:lnTo>
                    <a:pt x="19" y="1096"/>
                  </a:lnTo>
                  <a:lnTo>
                    <a:pt x="41" y="1052"/>
                  </a:lnTo>
                  <a:lnTo>
                    <a:pt x="70" y="995"/>
                  </a:lnTo>
                  <a:lnTo>
                    <a:pt x="105" y="927"/>
                  </a:lnTo>
                  <a:lnTo>
                    <a:pt x="144" y="850"/>
                  </a:lnTo>
                  <a:lnTo>
                    <a:pt x="185" y="765"/>
                  </a:lnTo>
                  <a:lnTo>
                    <a:pt x="230" y="677"/>
                  </a:lnTo>
                  <a:lnTo>
                    <a:pt x="276" y="586"/>
                  </a:lnTo>
                  <a:lnTo>
                    <a:pt x="321" y="494"/>
                  </a:lnTo>
                  <a:lnTo>
                    <a:pt x="366" y="405"/>
                  </a:lnTo>
                  <a:lnTo>
                    <a:pt x="407" y="321"/>
                  </a:lnTo>
                  <a:lnTo>
                    <a:pt x="445" y="243"/>
                  </a:lnTo>
                  <a:lnTo>
                    <a:pt x="479" y="173"/>
                  </a:lnTo>
                  <a:lnTo>
                    <a:pt x="507" y="115"/>
                  </a:lnTo>
                  <a:lnTo>
                    <a:pt x="527" y="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 flipH="1">
              <a:off x="4079" y="2101"/>
              <a:ext cx="263" cy="220"/>
            </a:xfrm>
            <a:custGeom>
              <a:rect b="b" l="l" r="r" t="t"/>
              <a:pathLst>
                <a:path extrusionOk="0" h="710" w="678">
                  <a:moveTo>
                    <a:pt x="678" y="40"/>
                  </a:moveTo>
                  <a:lnTo>
                    <a:pt x="676" y="39"/>
                  </a:lnTo>
                  <a:lnTo>
                    <a:pt x="669" y="36"/>
                  </a:lnTo>
                  <a:lnTo>
                    <a:pt x="658" y="31"/>
                  </a:lnTo>
                  <a:lnTo>
                    <a:pt x="645" y="26"/>
                  </a:lnTo>
                  <a:lnTo>
                    <a:pt x="627" y="20"/>
                  </a:lnTo>
                  <a:lnTo>
                    <a:pt x="607" y="14"/>
                  </a:lnTo>
                  <a:lnTo>
                    <a:pt x="585" y="9"/>
                  </a:lnTo>
                  <a:lnTo>
                    <a:pt x="560" y="4"/>
                  </a:lnTo>
                  <a:lnTo>
                    <a:pt x="533" y="1"/>
                  </a:lnTo>
                  <a:lnTo>
                    <a:pt x="507" y="0"/>
                  </a:lnTo>
                  <a:lnTo>
                    <a:pt x="479" y="1"/>
                  </a:lnTo>
                  <a:lnTo>
                    <a:pt x="450" y="5"/>
                  </a:lnTo>
                  <a:lnTo>
                    <a:pt x="421" y="13"/>
                  </a:lnTo>
                  <a:lnTo>
                    <a:pt x="393" y="24"/>
                  </a:lnTo>
                  <a:lnTo>
                    <a:pt x="366" y="40"/>
                  </a:lnTo>
                  <a:lnTo>
                    <a:pt x="339" y="60"/>
                  </a:lnTo>
                  <a:lnTo>
                    <a:pt x="314" y="87"/>
                  </a:lnTo>
                  <a:lnTo>
                    <a:pt x="286" y="123"/>
                  </a:lnTo>
                  <a:lnTo>
                    <a:pt x="258" y="166"/>
                  </a:lnTo>
                  <a:lnTo>
                    <a:pt x="229" y="213"/>
                  </a:lnTo>
                  <a:lnTo>
                    <a:pt x="201" y="265"/>
                  </a:lnTo>
                  <a:lnTo>
                    <a:pt x="173" y="319"/>
                  </a:lnTo>
                  <a:lnTo>
                    <a:pt x="145" y="375"/>
                  </a:lnTo>
                  <a:lnTo>
                    <a:pt x="119" y="430"/>
                  </a:lnTo>
                  <a:lnTo>
                    <a:pt x="95" y="486"/>
                  </a:lnTo>
                  <a:lnTo>
                    <a:pt x="71" y="537"/>
                  </a:lnTo>
                  <a:lnTo>
                    <a:pt x="51" y="584"/>
                  </a:lnTo>
                  <a:lnTo>
                    <a:pt x="33" y="626"/>
                  </a:lnTo>
                  <a:lnTo>
                    <a:pt x="20" y="661"/>
                  </a:lnTo>
                  <a:lnTo>
                    <a:pt x="9" y="687"/>
                  </a:lnTo>
                  <a:lnTo>
                    <a:pt x="2" y="704"/>
                  </a:lnTo>
                  <a:lnTo>
                    <a:pt x="0" y="710"/>
                  </a:lnTo>
                  <a:lnTo>
                    <a:pt x="678" y="40"/>
                  </a:lnTo>
                  <a:close/>
                </a:path>
              </a:pathLst>
            </a:custGeom>
            <a:solidFill>
              <a:srgbClr val="B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 flipH="1">
              <a:off x="3692" y="2432"/>
              <a:ext cx="337" cy="73"/>
            </a:xfrm>
            <a:custGeom>
              <a:rect b="b" l="l" r="r" t="t"/>
              <a:pathLst>
                <a:path extrusionOk="0" h="235" w="871">
                  <a:moveTo>
                    <a:pt x="0" y="127"/>
                  </a:moveTo>
                  <a:lnTo>
                    <a:pt x="1" y="126"/>
                  </a:lnTo>
                  <a:lnTo>
                    <a:pt x="4" y="124"/>
                  </a:lnTo>
                  <a:lnTo>
                    <a:pt x="10" y="121"/>
                  </a:lnTo>
                  <a:lnTo>
                    <a:pt x="18" y="117"/>
                  </a:lnTo>
                  <a:lnTo>
                    <a:pt x="28" y="113"/>
                  </a:lnTo>
                  <a:lnTo>
                    <a:pt x="40" y="107"/>
                  </a:lnTo>
                  <a:lnTo>
                    <a:pt x="53" y="101"/>
                  </a:lnTo>
                  <a:lnTo>
                    <a:pt x="69" y="95"/>
                  </a:lnTo>
                  <a:lnTo>
                    <a:pt x="87" y="88"/>
                  </a:lnTo>
                  <a:lnTo>
                    <a:pt x="107" y="82"/>
                  </a:lnTo>
                  <a:lnTo>
                    <a:pt x="128" y="75"/>
                  </a:lnTo>
                  <a:lnTo>
                    <a:pt x="150" y="69"/>
                  </a:lnTo>
                  <a:lnTo>
                    <a:pt x="175" y="63"/>
                  </a:lnTo>
                  <a:lnTo>
                    <a:pt x="202" y="58"/>
                  </a:lnTo>
                  <a:lnTo>
                    <a:pt x="228" y="54"/>
                  </a:lnTo>
                  <a:lnTo>
                    <a:pt x="259" y="50"/>
                  </a:lnTo>
                  <a:lnTo>
                    <a:pt x="289" y="48"/>
                  </a:lnTo>
                  <a:lnTo>
                    <a:pt x="320" y="46"/>
                  </a:lnTo>
                  <a:lnTo>
                    <a:pt x="353" y="46"/>
                  </a:lnTo>
                  <a:lnTo>
                    <a:pt x="388" y="47"/>
                  </a:lnTo>
                  <a:lnTo>
                    <a:pt x="423" y="50"/>
                  </a:lnTo>
                  <a:lnTo>
                    <a:pt x="459" y="55"/>
                  </a:lnTo>
                  <a:lnTo>
                    <a:pt x="497" y="62"/>
                  </a:lnTo>
                  <a:lnTo>
                    <a:pt x="535" y="71"/>
                  </a:lnTo>
                  <a:lnTo>
                    <a:pt x="574" y="82"/>
                  </a:lnTo>
                  <a:lnTo>
                    <a:pt x="615" y="95"/>
                  </a:lnTo>
                  <a:lnTo>
                    <a:pt x="656" y="111"/>
                  </a:lnTo>
                  <a:lnTo>
                    <a:pt x="698" y="130"/>
                  </a:lnTo>
                  <a:lnTo>
                    <a:pt x="741" y="152"/>
                  </a:lnTo>
                  <a:lnTo>
                    <a:pt x="783" y="176"/>
                  </a:lnTo>
                  <a:lnTo>
                    <a:pt x="827" y="204"/>
                  </a:lnTo>
                  <a:lnTo>
                    <a:pt x="871" y="235"/>
                  </a:lnTo>
                  <a:lnTo>
                    <a:pt x="870" y="234"/>
                  </a:lnTo>
                  <a:lnTo>
                    <a:pt x="868" y="230"/>
                  </a:lnTo>
                  <a:lnTo>
                    <a:pt x="865" y="224"/>
                  </a:lnTo>
                  <a:lnTo>
                    <a:pt x="859" y="216"/>
                  </a:lnTo>
                  <a:lnTo>
                    <a:pt x="852" y="207"/>
                  </a:lnTo>
                  <a:lnTo>
                    <a:pt x="844" y="196"/>
                  </a:lnTo>
                  <a:lnTo>
                    <a:pt x="834" y="184"/>
                  </a:lnTo>
                  <a:lnTo>
                    <a:pt x="823" y="171"/>
                  </a:lnTo>
                  <a:lnTo>
                    <a:pt x="810" y="157"/>
                  </a:lnTo>
                  <a:lnTo>
                    <a:pt x="794" y="142"/>
                  </a:lnTo>
                  <a:lnTo>
                    <a:pt x="779" y="127"/>
                  </a:lnTo>
                  <a:lnTo>
                    <a:pt x="760" y="112"/>
                  </a:lnTo>
                  <a:lnTo>
                    <a:pt x="740" y="97"/>
                  </a:lnTo>
                  <a:lnTo>
                    <a:pt x="718" y="82"/>
                  </a:lnTo>
                  <a:lnTo>
                    <a:pt x="695" y="68"/>
                  </a:lnTo>
                  <a:lnTo>
                    <a:pt x="669" y="54"/>
                  </a:lnTo>
                  <a:lnTo>
                    <a:pt x="642" y="42"/>
                  </a:lnTo>
                  <a:lnTo>
                    <a:pt x="613" y="31"/>
                  </a:lnTo>
                  <a:lnTo>
                    <a:pt x="582" y="21"/>
                  </a:lnTo>
                  <a:lnTo>
                    <a:pt x="550" y="13"/>
                  </a:lnTo>
                  <a:lnTo>
                    <a:pt x="515" y="6"/>
                  </a:lnTo>
                  <a:lnTo>
                    <a:pt x="478" y="2"/>
                  </a:lnTo>
                  <a:lnTo>
                    <a:pt x="439" y="0"/>
                  </a:lnTo>
                  <a:lnTo>
                    <a:pt x="399" y="1"/>
                  </a:lnTo>
                  <a:lnTo>
                    <a:pt x="357" y="5"/>
                  </a:lnTo>
                  <a:lnTo>
                    <a:pt x="312" y="11"/>
                  </a:lnTo>
                  <a:lnTo>
                    <a:pt x="265" y="21"/>
                  </a:lnTo>
                  <a:lnTo>
                    <a:pt x="216" y="35"/>
                  </a:lnTo>
                  <a:lnTo>
                    <a:pt x="165" y="52"/>
                  </a:lnTo>
                  <a:lnTo>
                    <a:pt x="112" y="73"/>
                  </a:lnTo>
                  <a:lnTo>
                    <a:pt x="57" y="98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B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 flipH="1">
              <a:off x="3890" y="2076"/>
              <a:ext cx="324" cy="90"/>
            </a:xfrm>
            <a:custGeom>
              <a:rect b="b" l="l" r="r" t="t"/>
              <a:pathLst>
                <a:path extrusionOk="0" h="288" w="837">
                  <a:moveTo>
                    <a:pt x="0" y="60"/>
                  </a:moveTo>
                  <a:lnTo>
                    <a:pt x="3" y="60"/>
                  </a:lnTo>
                  <a:lnTo>
                    <a:pt x="8" y="58"/>
                  </a:lnTo>
                  <a:lnTo>
                    <a:pt x="17" y="57"/>
                  </a:lnTo>
                  <a:lnTo>
                    <a:pt x="30" y="54"/>
                  </a:lnTo>
                  <a:lnTo>
                    <a:pt x="46" y="52"/>
                  </a:lnTo>
                  <a:lnTo>
                    <a:pt x="64" y="49"/>
                  </a:lnTo>
                  <a:lnTo>
                    <a:pt x="85" y="46"/>
                  </a:lnTo>
                  <a:lnTo>
                    <a:pt x="110" y="42"/>
                  </a:lnTo>
                  <a:lnTo>
                    <a:pt x="135" y="39"/>
                  </a:lnTo>
                  <a:lnTo>
                    <a:pt x="163" y="37"/>
                  </a:lnTo>
                  <a:lnTo>
                    <a:pt x="193" y="34"/>
                  </a:lnTo>
                  <a:lnTo>
                    <a:pt x="225" y="32"/>
                  </a:lnTo>
                  <a:lnTo>
                    <a:pt x="257" y="31"/>
                  </a:lnTo>
                  <a:lnTo>
                    <a:pt x="290" y="31"/>
                  </a:lnTo>
                  <a:lnTo>
                    <a:pt x="325" y="31"/>
                  </a:lnTo>
                  <a:lnTo>
                    <a:pt x="361" y="32"/>
                  </a:lnTo>
                  <a:lnTo>
                    <a:pt x="396" y="35"/>
                  </a:lnTo>
                  <a:lnTo>
                    <a:pt x="432" y="38"/>
                  </a:lnTo>
                  <a:lnTo>
                    <a:pt x="469" y="43"/>
                  </a:lnTo>
                  <a:lnTo>
                    <a:pt x="505" y="50"/>
                  </a:lnTo>
                  <a:lnTo>
                    <a:pt x="539" y="58"/>
                  </a:lnTo>
                  <a:lnTo>
                    <a:pt x="574" y="67"/>
                  </a:lnTo>
                  <a:lnTo>
                    <a:pt x="608" y="79"/>
                  </a:lnTo>
                  <a:lnTo>
                    <a:pt x="641" y="92"/>
                  </a:lnTo>
                  <a:lnTo>
                    <a:pt x="672" y="108"/>
                  </a:lnTo>
                  <a:lnTo>
                    <a:pt x="702" y="126"/>
                  </a:lnTo>
                  <a:lnTo>
                    <a:pt x="730" y="146"/>
                  </a:lnTo>
                  <a:lnTo>
                    <a:pt x="757" y="169"/>
                  </a:lnTo>
                  <a:lnTo>
                    <a:pt x="780" y="194"/>
                  </a:lnTo>
                  <a:lnTo>
                    <a:pt x="803" y="222"/>
                  </a:lnTo>
                  <a:lnTo>
                    <a:pt x="822" y="254"/>
                  </a:lnTo>
                  <a:lnTo>
                    <a:pt x="837" y="288"/>
                  </a:lnTo>
                  <a:lnTo>
                    <a:pt x="837" y="287"/>
                  </a:lnTo>
                  <a:lnTo>
                    <a:pt x="836" y="283"/>
                  </a:lnTo>
                  <a:lnTo>
                    <a:pt x="834" y="277"/>
                  </a:lnTo>
                  <a:lnTo>
                    <a:pt x="832" y="269"/>
                  </a:lnTo>
                  <a:lnTo>
                    <a:pt x="828" y="260"/>
                  </a:lnTo>
                  <a:lnTo>
                    <a:pt x="824" y="248"/>
                  </a:lnTo>
                  <a:lnTo>
                    <a:pt x="817" y="235"/>
                  </a:lnTo>
                  <a:lnTo>
                    <a:pt x="810" y="221"/>
                  </a:lnTo>
                  <a:lnTo>
                    <a:pt x="801" y="206"/>
                  </a:lnTo>
                  <a:lnTo>
                    <a:pt x="791" y="190"/>
                  </a:lnTo>
                  <a:lnTo>
                    <a:pt x="780" y="174"/>
                  </a:lnTo>
                  <a:lnTo>
                    <a:pt x="767" y="157"/>
                  </a:lnTo>
                  <a:lnTo>
                    <a:pt x="752" y="141"/>
                  </a:lnTo>
                  <a:lnTo>
                    <a:pt x="736" y="124"/>
                  </a:lnTo>
                  <a:lnTo>
                    <a:pt x="717" y="107"/>
                  </a:lnTo>
                  <a:lnTo>
                    <a:pt x="695" y="91"/>
                  </a:lnTo>
                  <a:lnTo>
                    <a:pt x="673" y="76"/>
                  </a:lnTo>
                  <a:lnTo>
                    <a:pt x="647" y="61"/>
                  </a:lnTo>
                  <a:lnTo>
                    <a:pt x="620" y="48"/>
                  </a:lnTo>
                  <a:lnTo>
                    <a:pt x="589" y="36"/>
                  </a:lnTo>
                  <a:lnTo>
                    <a:pt x="557" y="25"/>
                  </a:lnTo>
                  <a:lnTo>
                    <a:pt x="521" y="16"/>
                  </a:lnTo>
                  <a:lnTo>
                    <a:pt x="483" y="8"/>
                  </a:lnTo>
                  <a:lnTo>
                    <a:pt x="442" y="3"/>
                  </a:lnTo>
                  <a:lnTo>
                    <a:pt x="399" y="0"/>
                  </a:lnTo>
                  <a:lnTo>
                    <a:pt x="352" y="0"/>
                  </a:lnTo>
                  <a:lnTo>
                    <a:pt x="302" y="2"/>
                  </a:lnTo>
                  <a:lnTo>
                    <a:pt x="248" y="7"/>
                  </a:lnTo>
                  <a:lnTo>
                    <a:pt x="191" y="15"/>
                  </a:lnTo>
                  <a:lnTo>
                    <a:pt x="132" y="26"/>
                  </a:lnTo>
                  <a:lnTo>
                    <a:pt x="67" y="41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 flipH="1">
              <a:off x="4235" y="2104"/>
              <a:ext cx="182" cy="300"/>
            </a:xfrm>
            <a:custGeom>
              <a:rect b="b" l="l" r="r" t="t"/>
              <a:pathLst>
                <a:path extrusionOk="0" h="969" w="468">
                  <a:moveTo>
                    <a:pt x="468" y="0"/>
                  </a:moveTo>
                  <a:lnTo>
                    <a:pt x="462" y="10"/>
                  </a:lnTo>
                  <a:lnTo>
                    <a:pt x="449" y="39"/>
                  </a:lnTo>
                  <a:lnTo>
                    <a:pt x="426" y="84"/>
                  </a:lnTo>
                  <a:lnTo>
                    <a:pt x="397" y="142"/>
                  </a:lnTo>
                  <a:lnTo>
                    <a:pt x="363" y="212"/>
                  </a:lnTo>
                  <a:lnTo>
                    <a:pt x="324" y="290"/>
                  </a:lnTo>
                  <a:lnTo>
                    <a:pt x="282" y="374"/>
                  </a:lnTo>
                  <a:lnTo>
                    <a:pt x="240" y="461"/>
                  </a:lnTo>
                  <a:lnTo>
                    <a:pt x="197" y="549"/>
                  </a:lnTo>
                  <a:lnTo>
                    <a:pt x="155" y="635"/>
                  </a:lnTo>
                  <a:lnTo>
                    <a:pt x="115" y="716"/>
                  </a:lnTo>
                  <a:lnTo>
                    <a:pt x="79" y="791"/>
                  </a:lnTo>
                  <a:lnTo>
                    <a:pt x="49" y="856"/>
                  </a:lnTo>
                  <a:lnTo>
                    <a:pt x="25" y="909"/>
                  </a:lnTo>
                  <a:lnTo>
                    <a:pt x="8" y="948"/>
                  </a:lnTo>
                  <a:lnTo>
                    <a:pt x="0" y="969"/>
                  </a:lnTo>
                  <a:lnTo>
                    <a:pt x="5" y="962"/>
                  </a:lnTo>
                  <a:lnTo>
                    <a:pt x="16" y="942"/>
                  </a:lnTo>
                  <a:lnTo>
                    <a:pt x="35" y="911"/>
                  </a:lnTo>
                  <a:lnTo>
                    <a:pt x="59" y="869"/>
                  </a:lnTo>
                  <a:lnTo>
                    <a:pt x="88" y="818"/>
                  </a:lnTo>
                  <a:lnTo>
                    <a:pt x="122" y="759"/>
                  </a:lnTo>
                  <a:lnTo>
                    <a:pt x="158" y="692"/>
                  </a:lnTo>
                  <a:lnTo>
                    <a:pt x="197" y="621"/>
                  </a:lnTo>
                  <a:lnTo>
                    <a:pt x="236" y="545"/>
                  </a:lnTo>
                  <a:lnTo>
                    <a:pt x="276" y="467"/>
                  </a:lnTo>
                  <a:lnTo>
                    <a:pt x="315" y="385"/>
                  </a:lnTo>
                  <a:lnTo>
                    <a:pt x="353" y="305"/>
                  </a:lnTo>
                  <a:lnTo>
                    <a:pt x="387" y="225"/>
                  </a:lnTo>
                  <a:lnTo>
                    <a:pt x="419" y="145"/>
                  </a:lnTo>
                  <a:lnTo>
                    <a:pt x="445" y="71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 flipH="1">
              <a:off x="4036" y="2401"/>
              <a:ext cx="399" cy="79"/>
            </a:xfrm>
            <a:custGeom>
              <a:rect b="b" l="l" r="r" t="t"/>
              <a:pathLst>
                <a:path extrusionOk="0" h="252" w="1032">
                  <a:moveTo>
                    <a:pt x="0" y="42"/>
                  </a:moveTo>
                  <a:lnTo>
                    <a:pt x="2" y="41"/>
                  </a:lnTo>
                  <a:lnTo>
                    <a:pt x="9" y="40"/>
                  </a:lnTo>
                  <a:lnTo>
                    <a:pt x="19" y="38"/>
                  </a:lnTo>
                  <a:lnTo>
                    <a:pt x="33" y="35"/>
                  </a:lnTo>
                  <a:lnTo>
                    <a:pt x="51" y="32"/>
                  </a:lnTo>
                  <a:lnTo>
                    <a:pt x="74" y="28"/>
                  </a:lnTo>
                  <a:lnTo>
                    <a:pt x="98" y="24"/>
                  </a:lnTo>
                  <a:lnTo>
                    <a:pt x="125" y="20"/>
                  </a:lnTo>
                  <a:lnTo>
                    <a:pt x="155" y="16"/>
                  </a:lnTo>
                  <a:lnTo>
                    <a:pt x="187" y="12"/>
                  </a:lnTo>
                  <a:lnTo>
                    <a:pt x="222" y="8"/>
                  </a:lnTo>
                  <a:lnTo>
                    <a:pt x="259" y="5"/>
                  </a:lnTo>
                  <a:lnTo>
                    <a:pt x="297" y="3"/>
                  </a:lnTo>
                  <a:lnTo>
                    <a:pt x="337" y="1"/>
                  </a:lnTo>
                  <a:lnTo>
                    <a:pt x="377" y="0"/>
                  </a:lnTo>
                  <a:lnTo>
                    <a:pt x="420" y="0"/>
                  </a:lnTo>
                  <a:lnTo>
                    <a:pt x="462" y="1"/>
                  </a:lnTo>
                  <a:lnTo>
                    <a:pt x="505" y="4"/>
                  </a:lnTo>
                  <a:lnTo>
                    <a:pt x="549" y="8"/>
                  </a:lnTo>
                  <a:lnTo>
                    <a:pt x="592" y="13"/>
                  </a:lnTo>
                  <a:lnTo>
                    <a:pt x="636" y="20"/>
                  </a:lnTo>
                  <a:lnTo>
                    <a:pt x="678" y="29"/>
                  </a:lnTo>
                  <a:lnTo>
                    <a:pt x="721" y="40"/>
                  </a:lnTo>
                  <a:lnTo>
                    <a:pt x="762" y="53"/>
                  </a:lnTo>
                  <a:lnTo>
                    <a:pt x="802" y="69"/>
                  </a:lnTo>
                  <a:lnTo>
                    <a:pt x="841" y="87"/>
                  </a:lnTo>
                  <a:lnTo>
                    <a:pt x="878" y="108"/>
                  </a:lnTo>
                  <a:lnTo>
                    <a:pt x="914" y="131"/>
                  </a:lnTo>
                  <a:lnTo>
                    <a:pt x="947" y="157"/>
                  </a:lnTo>
                  <a:lnTo>
                    <a:pt x="979" y="185"/>
                  </a:lnTo>
                  <a:lnTo>
                    <a:pt x="1006" y="217"/>
                  </a:lnTo>
                  <a:lnTo>
                    <a:pt x="1032" y="252"/>
                  </a:lnTo>
                  <a:lnTo>
                    <a:pt x="1031" y="251"/>
                  </a:lnTo>
                  <a:lnTo>
                    <a:pt x="1029" y="248"/>
                  </a:lnTo>
                  <a:lnTo>
                    <a:pt x="1024" y="244"/>
                  </a:lnTo>
                  <a:lnTo>
                    <a:pt x="1018" y="239"/>
                  </a:lnTo>
                  <a:lnTo>
                    <a:pt x="1010" y="232"/>
                  </a:lnTo>
                  <a:lnTo>
                    <a:pt x="1000" y="223"/>
                  </a:lnTo>
                  <a:lnTo>
                    <a:pt x="989" y="214"/>
                  </a:lnTo>
                  <a:lnTo>
                    <a:pt x="975" y="204"/>
                  </a:lnTo>
                  <a:lnTo>
                    <a:pt x="960" y="193"/>
                  </a:lnTo>
                  <a:lnTo>
                    <a:pt x="942" y="182"/>
                  </a:lnTo>
                  <a:lnTo>
                    <a:pt x="922" y="170"/>
                  </a:lnTo>
                  <a:lnTo>
                    <a:pt x="900" y="157"/>
                  </a:lnTo>
                  <a:lnTo>
                    <a:pt x="877" y="145"/>
                  </a:lnTo>
                  <a:lnTo>
                    <a:pt x="851" y="132"/>
                  </a:lnTo>
                  <a:lnTo>
                    <a:pt x="823" y="119"/>
                  </a:lnTo>
                  <a:lnTo>
                    <a:pt x="793" y="107"/>
                  </a:lnTo>
                  <a:lnTo>
                    <a:pt x="761" y="94"/>
                  </a:lnTo>
                  <a:lnTo>
                    <a:pt x="726" y="82"/>
                  </a:lnTo>
                  <a:lnTo>
                    <a:pt x="690" y="71"/>
                  </a:lnTo>
                  <a:lnTo>
                    <a:pt x="652" y="61"/>
                  </a:lnTo>
                  <a:lnTo>
                    <a:pt x="610" y="51"/>
                  </a:lnTo>
                  <a:lnTo>
                    <a:pt x="567" y="43"/>
                  </a:lnTo>
                  <a:lnTo>
                    <a:pt x="521" y="35"/>
                  </a:lnTo>
                  <a:lnTo>
                    <a:pt x="473" y="29"/>
                  </a:lnTo>
                  <a:lnTo>
                    <a:pt x="423" y="24"/>
                  </a:lnTo>
                  <a:lnTo>
                    <a:pt x="369" y="21"/>
                  </a:lnTo>
                  <a:lnTo>
                    <a:pt x="315" y="20"/>
                  </a:lnTo>
                  <a:lnTo>
                    <a:pt x="257" y="20"/>
                  </a:lnTo>
                  <a:lnTo>
                    <a:pt x="196" y="22"/>
                  </a:lnTo>
                  <a:lnTo>
                    <a:pt x="133" y="27"/>
                  </a:lnTo>
                  <a:lnTo>
                    <a:pt x="68" y="33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"/>
            <p:cNvSpPr/>
            <p:nvPr/>
          </p:nvSpPr>
          <p:spPr>
            <a:xfrm flipH="1">
              <a:off x="3785" y="2460"/>
              <a:ext cx="240" cy="56"/>
            </a:xfrm>
            <a:custGeom>
              <a:rect b="b" l="l" r="r" t="t"/>
              <a:pathLst>
                <a:path extrusionOk="0" h="177" w="617">
                  <a:moveTo>
                    <a:pt x="0" y="62"/>
                  </a:moveTo>
                  <a:lnTo>
                    <a:pt x="5" y="60"/>
                  </a:lnTo>
                  <a:lnTo>
                    <a:pt x="17" y="54"/>
                  </a:lnTo>
                  <a:lnTo>
                    <a:pt x="37" y="46"/>
                  </a:lnTo>
                  <a:lnTo>
                    <a:pt x="63" y="36"/>
                  </a:lnTo>
                  <a:lnTo>
                    <a:pt x="95" y="25"/>
                  </a:lnTo>
                  <a:lnTo>
                    <a:pt x="132" y="16"/>
                  </a:lnTo>
                  <a:lnTo>
                    <a:pt x="173" y="7"/>
                  </a:lnTo>
                  <a:lnTo>
                    <a:pt x="219" y="2"/>
                  </a:lnTo>
                  <a:lnTo>
                    <a:pt x="267" y="0"/>
                  </a:lnTo>
                  <a:lnTo>
                    <a:pt x="317" y="3"/>
                  </a:lnTo>
                  <a:lnTo>
                    <a:pt x="367" y="11"/>
                  </a:lnTo>
                  <a:lnTo>
                    <a:pt x="420" y="27"/>
                  </a:lnTo>
                  <a:lnTo>
                    <a:pt x="471" y="50"/>
                  </a:lnTo>
                  <a:lnTo>
                    <a:pt x="522" y="82"/>
                  </a:lnTo>
                  <a:lnTo>
                    <a:pt x="570" y="124"/>
                  </a:lnTo>
                  <a:lnTo>
                    <a:pt x="617" y="177"/>
                  </a:lnTo>
                  <a:lnTo>
                    <a:pt x="615" y="174"/>
                  </a:lnTo>
                  <a:lnTo>
                    <a:pt x="608" y="167"/>
                  </a:lnTo>
                  <a:lnTo>
                    <a:pt x="597" y="157"/>
                  </a:lnTo>
                  <a:lnTo>
                    <a:pt x="582" y="143"/>
                  </a:lnTo>
                  <a:lnTo>
                    <a:pt x="560" y="127"/>
                  </a:lnTo>
                  <a:lnTo>
                    <a:pt x="535" y="110"/>
                  </a:lnTo>
                  <a:lnTo>
                    <a:pt x="505" y="93"/>
                  </a:lnTo>
                  <a:lnTo>
                    <a:pt x="470" y="76"/>
                  </a:lnTo>
                  <a:lnTo>
                    <a:pt x="429" y="61"/>
                  </a:lnTo>
                  <a:lnTo>
                    <a:pt x="384" y="48"/>
                  </a:lnTo>
                  <a:lnTo>
                    <a:pt x="333" y="38"/>
                  </a:lnTo>
                  <a:lnTo>
                    <a:pt x="277" y="31"/>
                  </a:lnTo>
                  <a:lnTo>
                    <a:pt x="217" y="30"/>
                  </a:lnTo>
                  <a:lnTo>
                    <a:pt x="150" y="34"/>
                  </a:lnTo>
                  <a:lnTo>
                    <a:pt x="77" y="44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"/>
            <p:cNvSpPr/>
            <p:nvPr/>
          </p:nvSpPr>
          <p:spPr>
            <a:xfrm flipH="1">
              <a:off x="3668" y="2524"/>
              <a:ext cx="103" cy="31"/>
            </a:xfrm>
            <a:custGeom>
              <a:rect b="b" l="l" r="r" t="t"/>
              <a:pathLst>
                <a:path extrusionOk="0" h="99" w="263">
                  <a:moveTo>
                    <a:pt x="0" y="0"/>
                  </a:moveTo>
                  <a:lnTo>
                    <a:pt x="2" y="1"/>
                  </a:lnTo>
                  <a:lnTo>
                    <a:pt x="7" y="6"/>
                  </a:lnTo>
                  <a:lnTo>
                    <a:pt x="16" y="13"/>
                  </a:lnTo>
                  <a:lnTo>
                    <a:pt x="27" y="20"/>
                  </a:lnTo>
                  <a:lnTo>
                    <a:pt x="40" y="29"/>
                  </a:lnTo>
                  <a:lnTo>
                    <a:pt x="56" y="39"/>
                  </a:lnTo>
                  <a:lnTo>
                    <a:pt x="74" y="49"/>
                  </a:lnTo>
                  <a:lnTo>
                    <a:pt x="93" y="59"/>
                  </a:lnTo>
                  <a:lnTo>
                    <a:pt x="113" y="69"/>
                  </a:lnTo>
                  <a:lnTo>
                    <a:pt x="134" y="77"/>
                  </a:lnTo>
                  <a:lnTo>
                    <a:pt x="156" y="84"/>
                  </a:lnTo>
                  <a:lnTo>
                    <a:pt x="178" y="89"/>
                  </a:lnTo>
                  <a:lnTo>
                    <a:pt x="200" y="92"/>
                  </a:lnTo>
                  <a:lnTo>
                    <a:pt x="222" y="92"/>
                  </a:lnTo>
                  <a:lnTo>
                    <a:pt x="243" y="89"/>
                  </a:lnTo>
                  <a:lnTo>
                    <a:pt x="263" y="82"/>
                  </a:lnTo>
                  <a:lnTo>
                    <a:pt x="262" y="83"/>
                  </a:lnTo>
                  <a:lnTo>
                    <a:pt x="257" y="85"/>
                  </a:lnTo>
                  <a:lnTo>
                    <a:pt x="249" y="88"/>
                  </a:lnTo>
                  <a:lnTo>
                    <a:pt x="239" y="91"/>
                  </a:lnTo>
                  <a:lnTo>
                    <a:pt x="227" y="94"/>
                  </a:lnTo>
                  <a:lnTo>
                    <a:pt x="212" y="97"/>
                  </a:lnTo>
                  <a:lnTo>
                    <a:pt x="195" y="99"/>
                  </a:lnTo>
                  <a:lnTo>
                    <a:pt x="178" y="99"/>
                  </a:lnTo>
                  <a:lnTo>
                    <a:pt x="157" y="98"/>
                  </a:lnTo>
                  <a:lnTo>
                    <a:pt x="136" y="94"/>
                  </a:lnTo>
                  <a:lnTo>
                    <a:pt x="115" y="88"/>
                  </a:lnTo>
                  <a:lnTo>
                    <a:pt x="92" y="79"/>
                  </a:lnTo>
                  <a:lnTo>
                    <a:pt x="69" y="66"/>
                  </a:lnTo>
                  <a:lnTo>
                    <a:pt x="46" y="49"/>
                  </a:lnTo>
                  <a:lnTo>
                    <a:pt x="22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 flipH="1">
              <a:off x="3757" y="2335"/>
              <a:ext cx="235" cy="94"/>
            </a:xfrm>
            <a:custGeom>
              <a:rect b="b" l="l" r="r" t="t"/>
              <a:pathLst>
                <a:path extrusionOk="0" h="305" w="609">
                  <a:moveTo>
                    <a:pt x="0" y="305"/>
                  </a:moveTo>
                  <a:lnTo>
                    <a:pt x="1" y="300"/>
                  </a:lnTo>
                  <a:lnTo>
                    <a:pt x="7" y="285"/>
                  </a:lnTo>
                  <a:lnTo>
                    <a:pt x="15" y="262"/>
                  </a:lnTo>
                  <a:lnTo>
                    <a:pt x="28" y="234"/>
                  </a:lnTo>
                  <a:lnTo>
                    <a:pt x="46" y="202"/>
                  </a:lnTo>
                  <a:lnTo>
                    <a:pt x="67" y="167"/>
                  </a:lnTo>
                  <a:lnTo>
                    <a:pt x="94" y="131"/>
                  </a:lnTo>
                  <a:lnTo>
                    <a:pt x="126" y="96"/>
                  </a:lnTo>
                  <a:lnTo>
                    <a:pt x="164" y="64"/>
                  </a:lnTo>
                  <a:lnTo>
                    <a:pt x="207" y="37"/>
                  </a:lnTo>
                  <a:lnTo>
                    <a:pt x="258" y="17"/>
                  </a:lnTo>
                  <a:lnTo>
                    <a:pt x="313" y="3"/>
                  </a:lnTo>
                  <a:lnTo>
                    <a:pt x="376" y="0"/>
                  </a:lnTo>
                  <a:lnTo>
                    <a:pt x="446" y="10"/>
                  </a:lnTo>
                  <a:lnTo>
                    <a:pt x="524" y="32"/>
                  </a:lnTo>
                  <a:lnTo>
                    <a:pt x="609" y="69"/>
                  </a:lnTo>
                  <a:lnTo>
                    <a:pt x="605" y="67"/>
                  </a:lnTo>
                  <a:lnTo>
                    <a:pt x="590" y="61"/>
                  </a:lnTo>
                  <a:lnTo>
                    <a:pt x="569" y="53"/>
                  </a:lnTo>
                  <a:lnTo>
                    <a:pt x="540" y="44"/>
                  </a:lnTo>
                  <a:lnTo>
                    <a:pt x="505" y="36"/>
                  </a:lnTo>
                  <a:lnTo>
                    <a:pt x="466" y="28"/>
                  </a:lnTo>
                  <a:lnTo>
                    <a:pt x="422" y="24"/>
                  </a:lnTo>
                  <a:lnTo>
                    <a:pt x="375" y="23"/>
                  </a:lnTo>
                  <a:lnTo>
                    <a:pt x="326" y="27"/>
                  </a:lnTo>
                  <a:lnTo>
                    <a:pt x="275" y="38"/>
                  </a:lnTo>
                  <a:lnTo>
                    <a:pt x="224" y="56"/>
                  </a:lnTo>
                  <a:lnTo>
                    <a:pt x="174" y="83"/>
                  </a:lnTo>
                  <a:lnTo>
                    <a:pt x="126" y="121"/>
                  </a:lnTo>
                  <a:lnTo>
                    <a:pt x="80" y="169"/>
                  </a:lnTo>
                  <a:lnTo>
                    <a:pt x="38" y="230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"/>
            <p:cNvSpPr/>
            <p:nvPr/>
          </p:nvSpPr>
          <p:spPr>
            <a:xfrm flipH="1">
              <a:off x="3727" y="2299"/>
              <a:ext cx="17" cy="57"/>
            </a:xfrm>
            <a:custGeom>
              <a:rect b="b" l="l" r="r" t="t"/>
              <a:pathLst>
                <a:path extrusionOk="0" h="184" w="47">
                  <a:moveTo>
                    <a:pt x="47" y="0"/>
                  </a:moveTo>
                  <a:lnTo>
                    <a:pt x="44" y="2"/>
                  </a:lnTo>
                  <a:lnTo>
                    <a:pt x="35" y="9"/>
                  </a:lnTo>
                  <a:lnTo>
                    <a:pt x="24" y="21"/>
                  </a:lnTo>
                  <a:lnTo>
                    <a:pt x="12" y="39"/>
                  </a:lnTo>
                  <a:lnTo>
                    <a:pt x="3" y="64"/>
                  </a:lnTo>
                  <a:lnTo>
                    <a:pt x="0" y="96"/>
                  </a:lnTo>
                  <a:lnTo>
                    <a:pt x="3" y="136"/>
                  </a:lnTo>
                  <a:lnTo>
                    <a:pt x="17" y="184"/>
                  </a:lnTo>
                  <a:lnTo>
                    <a:pt x="20" y="153"/>
                  </a:lnTo>
                  <a:lnTo>
                    <a:pt x="29" y="85"/>
                  </a:lnTo>
                  <a:lnTo>
                    <a:pt x="38" y="22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"/>
            <p:cNvSpPr/>
            <p:nvPr/>
          </p:nvSpPr>
          <p:spPr>
            <a:xfrm flipH="1">
              <a:off x="3751" y="2400"/>
              <a:ext cx="247" cy="51"/>
            </a:xfrm>
            <a:custGeom>
              <a:rect b="b" l="l" r="r" t="t"/>
              <a:pathLst>
                <a:path extrusionOk="0" h="165" w="640">
                  <a:moveTo>
                    <a:pt x="0" y="165"/>
                  </a:moveTo>
                  <a:lnTo>
                    <a:pt x="4" y="161"/>
                  </a:lnTo>
                  <a:lnTo>
                    <a:pt x="14" y="152"/>
                  </a:lnTo>
                  <a:lnTo>
                    <a:pt x="30" y="137"/>
                  </a:lnTo>
                  <a:lnTo>
                    <a:pt x="53" y="118"/>
                  </a:lnTo>
                  <a:lnTo>
                    <a:pt x="80" y="97"/>
                  </a:lnTo>
                  <a:lnTo>
                    <a:pt x="113" y="75"/>
                  </a:lnTo>
                  <a:lnTo>
                    <a:pt x="150" y="54"/>
                  </a:lnTo>
                  <a:lnTo>
                    <a:pt x="192" y="34"/>
                  </a:lnTo>
                  <a:lnTo>
                    <a:pt x="238" y="18"/>
                  </a:lnTo>
                  <a:lnTo>
                    <a:pt x="287" y="6"/>
                  </a:lnTo>
                  <a:lnTo>
                    <a:pt x="341" y="0"/>
                  </a:lnTo>
                  <a:lnTo>
                    <a:pt x="395" y="1"/>
                  </a:lnTo>
                  <a:lnTo>
                    <a:pt x="453" y="11"/>
                  </a:lnTo>
                  <a:lnTo>
                    <a:pt x="515" y="30"/>
                  </a:lnTo>
                  <a:lnTo>
                    <a:pt x="576" y="61"/>
                  </a:lnTo>
                  <a:lnTo>
                    <a:pt x="640" y="105"/>
                  </a:lnTo>
                  <a:lnTo>
                    <a:pt x="636" y="102"/>
                  </a:lnTo>
                  <a:lnTo>
                    <a:pt x="625" y="96"/>
                  </a:lnTo>
                  <a:lnTo>
                    <a:pt x="607" y="88"/>
                  </a:lnTo>
                  <a:lnTo>
                    <a:pt x="584" y="77"/>
                  </a:lnTo>
                  <a:lnTo>
                    <a:pt x="555" y="66"/>
                  </a:lnTo>
                  <a:lnTo>
                    <a:pt x="520" y="55"/>
                  </a:lnTo>
                  <a:lnTo>
                    <a:pt x="481" y="46"/>
                  </a:lnTo>
                  <a:lnTo>
                    <a:pt x="438" y="38"/>
                  </a:lnTo>
                  <a:lnTo>
                    <a:pt x="391" y="33"/>
                  </a:lnTo>
                  <a:lnTo>
                    <a:pt x="341" y="33"/>
                  </a:lnTo>
                  <a:lnTo>
                    <a:pt x="288" y="37"/>
                  </a:lnTo>
                  <a:lnTo>
                    <a:pt x="234" y="47"/>
                  </a:lnTo>
                  <a:lnTo>
                    <a:pt x="177" y="63"/>
                  </a:lnTo>
                  <a:lnTo>
                    <a:pt x="119" y="88"/>
                  </a:lnTo>
                  <a:lnTo>
                    <a:pt x="59" y="122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"/>
            <p:cNvSpPr/>
            <p:nvPr/>
          </p:nvSpPr>
          <p:spPr>
            <a:xfrm flipH="1">
              <a:off x="4039" y="2422"/>
              <a:ext cx="404" cy="65"/>
            </a:xfrm>
            <a:custGeom>
              <a:rect b="b" l="l" r="r" t="t"/>
              <a:pathLst>
                <a:path extrusionOk="0" h="211" w="1043">
                  <a:moveTo>
                    <a:pt x="0" y="57"/>
                  </a:moveTo>
                  <a:lnTo>
                    <a:pt x="2" y="56"/>
                  </a:lnTo>
                  <a:lnTo>
                    <a:pt x="7" y="55"/>
                  </a:lnTo>
                  <a:lnTo>
                    <a:pt x="16" y="52"/>
                  </a:lnTo>
                  <a:lnTo>
                    <a:pt x="27" y="49"/>
                  </a:lnTo>
                  <a:lnTo>
                    <a:pt x="41" y="45"/>
                  </a:lnTo>
                  <a:lnTo>
                    <a:pt x="59" y="41"/>
                  </a:lnTo>
                  <a:lnTo>
                    <a:pt x="79" y="36"/>
                  </a:lnTo>
                  <a:lnTo>
                    <a:pt x="102" y="30"/>
                  </a:lnTo>
                  <a:lnTo>
                    <a:pt x="127" y="25"/>
                  </a:lnTo>
                  <a:lnTo>
                    <a:pt x="154" y="20"/>
                  </a:lnTo>
                  <a:lnTo>
                    <a:pt x="184" y="16"/>
                  </a:lnTo>
                  <a:lnTo>
                    <a:pt x="215" y="11"/>
                  </a:lnTo>
                  <a:lnTo>
                    <a:pt x="249" y="8"/>
                  </a:lnTo>
                  <a:lnTo>
                    <a:pt x="283" y="4"/>
                  </a:lnTo>
                  <a:lnTo>
                    <a:pt x="320" y="2"/>
                  </a:lnTo>
                  <a:lnTo>
                    <a:pt x="358" y="0"/>
                  </a:lnTo>
                  <a:lnTo>
                    <a:pt x="397" y="0"/>
                  </a:lnTo>
                  <a:lnTo>
                    <a:pt x="437" y="0"/>
                  </a:lnTo>
                  <a:lnTo>
                    <a:pt x="479" y="2"/>
                  </a:lnTo>
                  <a:lnTo>
                    <a:pt x="521" y="6"/>
                  </a:lnTo>
                  <a:lnTo>
                    <a:pt x="565" y="11"/>
                  </a:lnTo>
                  <a:lnTo>
                    <a:pt x="608" y="17"/>
                  </a:lnTo>
                  <a:lnTo>
                    <a:pt x="652" y="26"/>
                  </a:lnTo>
                  <a:lnTo>
                    <a:pt x="696" y="38"/>
                  </a:lnTo>
                  <a:lnTo>
                    <a:pt x="741" y="50"/>
                  </a:lnTo>
                  <a:lnTo>
                    <a:pt x="786" y="65"/>
                  </a:lnTo>
                  <a:lnTo>
                    <a:pt x="829" y="83"/>
                  </a:lnTo>
                  <a:lnTo>
                    <a:pt x="874" y="103"/>
                  </a:lnTo>
                  <a:lnTo>
                    <a:pt x="917" y="125"/>
                  </a:lnTo>
                  <a:lnTo>
                    <a:pt x="960" y="151"/>
                  </a:lnTo>
                  <a:lnTo>
                    <a:pt x="1002" y="179"/>
                  </a:lnTo>
                  <a:lnTo>
                    <a:pt x="1043" y="211"/>
                  </a:lnTo>
                  <a:lnTo>
                    <a:pt x="1042" y="210"/>
                  </a:lnTo>
                  <a:lnTo>
                    <a:pt x="1040" y="208"/>
                  </a:lnTo>
                  <a:lnTo>
                    <a:pt x="1035" y="204"/>
                  </a:lnTo>
                  <a:lnTo>
                    <a:pt x="1029" y="198"/>
                  </a:lnTo>
                  <a:lnTo>
                    <a:pt x="1020" y="192"/>
                  </a:lnTo>
                  <a:lnTo>
                    <a:pt x="1010" y="184"/>
                  </a:lnTo>
                  <a:lnTo>
                    <a:pt x="998" y="176"/>
                  </a:lnTo>
                  <a:lnTo>
                    <a:pt x="983" y="166"/>
                  </a:lnTo>
                  <a:lnTo>
                    <a:pt x="966" y="156"/>
                  </a:lnTo>
                  <a:lnTo>
                    <a:pt x="948" y="146"/>
                  </a:lnTo>
                  <a:lnTo>
                    <a:pt x="928" y="135"/>
                  </a:lnTo>
                  <a:lnTo>
                    <a:pt x="906" y="124"/>
                  </a:lnTo>
                  <a:lnTo>
                    <a:pt x="882" y="112"/>
                  </a:lnTo>
                  <a:lnTo>
                    <a:pt x="855" y="101"/>
                  </a:lnTo>
                  <a:lnTo>
                    <a:pt x="826" y="90"/>
                  </a:lnTo>
                  <a:lnTo>
                    <a:pt x="796" y="79"/>
                  </a:lnTo>
                  <a:lnTo>
                    <a:pt x="762" y="68"/>
                  </a:lnTo>
                  <a:lnTo>
                    <a:pt x="728" y="59"/>
                  </a:lnTo>
                  <a:lnTo>
                    <a:pt x="691" y="49"/>
                  </a:lnTo>
                  <a:lnTo>
                    <a:pt x="651" y="41"/>
                  </a:lnTo>
                  <a:lnTo>
                    <a:pt x="609" y="34"/>
                  </a:lnTo>
                  <a:lnTo>
                    <a:pt x="566" y="27"/>
                  </a:lnTo>
                  <a:lnTo>
                    <a:pt x="519" y="22"/>
                  </a:lnTo>
                  <a:lnTo>
                    <a:pt x="471" y="18"/>
                  </a:lnTo>
                  <a:lnTo>
                    <a:pt x="421" y="16"/>
                  </a:lnTo>
                  <a:lnTo>
                    <a:pt x="367" y="16"/>
                  </a:lnTo>
                  <a:lnTo>
                    <a:pt x="312" y="17"/>
                  </a:lnTo>
                  <a:lnTo>
                    <a:pt x="254" y="20"/>
                  </a:lnTo>
                  <a:lnTo>
                    <a:pt x="194" y="26"/>
                  </a:lnTo>
                  <a:lnTo>
                    <a:pt x="132" y="35"/>
                  </a:lnTo>
                  <a:lnTo>
                    <a:pt x="67" y="4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"/>
            <p:cNvSpPr/>
            <p:nvPr/>
          </p:nvSpPr>
          <p:spPr>
            <a:xfrm flipH="1">
              <a:off x="4034" y="2411"/>
              <a:ext cx="400" cy="77"/>
            </a:xfrm>
            <a:custGeom>
              <a:rect b="b" l="l" r="r" t="t"/>
              <a:pathLst>
                <a:path extrusionOk="0" h="252" w="1032">
                  <a:moveTo>
                    <a:pt x="0" y="42"/>
                  </a:moveTo>
                  <a:lnTo>
                    <a:pt x="2" y="41"/>
                  </a:lnTo>
                  <a:lnTo>
                    <a:pt x="7" y="40"/>
                  </a:lnTo>
                  <a:lnTo>
                    <a:pt x="16" y="38"/>
                  </a:lnTo>
                  <a:lnTo>
                    <a:pt x="29" y="35"/>
                  </a:lnTo>
                  <a:lnTo>
                    <a:pt x="45" y="32"/>
                  </a:lnTo>
                  <a:lnTo>
                    <a:pt x="64" y="28"/>
                  </a:lnTo>
                  <a:lnTo>
                    <a:pt x="85" y="24"/>
                  </a:lnTo>
                  <a:lnTo>
                    <a:pt x="110" y="20"/>
                  </a:lnTo>
                  <a:lnTo>
                    <a:pt x="137" y="16"/>
                  </a:lnTo>
                  <a:lnTo>
                    <a:pt x="166" y="12"/>
                  </a:lnTo>
                  <a:lnTo>
                    <a:pt x="198" y="8"/>
                  </a:lnTo>
                  <a:lnTo>
                    <a:pt x="232" y="5"/>
                  </a:lnTo>
                  <a:lnTo>
                    <a:pt x="266" y="3"/>
                  </a:lnTo>
                  <a:lnTo>
                    <a:pt x="303" y="1"/>
                  </a:lnTo>
                  <a:lnTo>
                    <a:pt x="341" y="0"/>
                  </a:lnTo>
                  <a:lnTo>
                    <a:pt x="380" y="0"/>
                  </a:lnTo>
                  <a:lnTo>
                    <a:pt x="421" y="1"/>
                  </a:lnTo>
                  <a:lnTo>
                    <a:pt x="463" y="4"/>
                  </a:lnTo>
                  <a:lnTo>
                    <a:pt x="504" y="8"/>
                  </a:lnTo>
                  <a:lnTo>
                    <a:pt x="546" y="13"/>
                  </a:lnTo>
                  <a:lnTo>
                    <a:pt x="590" y="20"/>
                  </a:lnTo>
                  <a:lnTo>
                    <a:pt x="632" y="29"/>
                  </a:lnTo>
                  <a:lnTo>
                    <a:pt x="676" y="40"/>
                  </a:lnTo>
                  <a:lnTo>
                    <a:pt x="718" y="53"/>
                  </a:lnTo>
                  <a:lnTo>
                    <a:pt x="761" y="70"/>
                  </a:lnTo>
                  <a:lnTo>
                    <a:pt x="803" y="88"/>
                  </a:lnTo>
                  <a:lnTo>
                    <a:pt x="844" y="108"/>
                  </a:lnTo>
                  <a:lnTo>
                    <a:pt x="884" y="131"/>
                  </a:lnTo>
                  <a:lnTo>
                    <a:pt x="923" y="157"/>
                  </a:lnTo>
                  <a:lnTo>
                    <a:pt x="960" y="185"/>
                  </a:lnTo>
                  <a:lnTo>
                    <a:pt x="997" y="217"/>
                  </a:lnTo>
                  <a:lnTo>
                    <a:pt x="1032" y="252"/>
                  </a:lnTo>
                  <a:lnTo>
                    <a:pt x="1031" y="251"/>
                  </a:lnTo>
                  <a:lnTo>
                    <a:pt x="1028" y="248"/>
                  </a:lnTo>
                  <a:lnTo>
                    <a:pt x="1024" y="244"/>
                  </a:lnTo>
                  <a:lnTo>
                    <a:pt x="1017" y="239"/>
                  </a:lnTo>
                  <a:lnTo>
                    <a:pt x="1009" y="232"/>
                  </a:lnTo>
                  <a:lnTo>
                    <a:pt x="999" y="223"/>
                  </a:lnTo>
                  <a:lnTo>
                    <a:pt x="988" y="214"/>
                  </a:lnTo>
                  <a:lnTo>
                    <a:pt x="975" y="204"/>
                  </a:lnTo>
                  <a:lnTo>
                    <a:pt x="959" y="193"/>
                  </a:lnTo>
                  <a:lnTo>
                    <a:pt x="941" y="182"/>
                  </a:lnTo>
                  <a:lnTo>
                    <a:pt x="921" y="170"/>
                  </a:lnTo>
                  <a:lnTo>
                    <a:pt x="900" y="157"/>
                  </a:lnTo>
                  <a:lnTo>
                    <a:pt x="877" y="145"/>
                  </a:lnTo>
                  <a:lnTo>
                    <a:pt x="851" y="132"/>
                  </a:lnTo>
                  <a:lnTo>
                    <a:pt x="823" y="119"/>
                  </a:lnTo>
                  <a:lnTo>
                    <a:pt x="793" y="107"/>
                  </a:lnTo>
                  <a:lnTo>
                    <a:pt x="761" y="95"/>
                  </a:lnTo>
                  <a:lnTo>
                    <a:pt x="726" y="83"/>
                  </a:lnTo>
                  <a:lnTo>
                    <a:pt x="689" y="72"/>
                  </a:lnTo>
                  <a:lnTo>
                    <a:pt x="651" y="61"/>
                  </a:lnTo>
                  <a:lnTo>
                    <a:pt x="610" y="51"/>
                  </a:lnTo>
                  <a:lnTo>
                    <a:pt x="566" y="43"/>
                  </a:lnTo>
                  <a:lnTo>
                    <a:pt x="521" y="35"/>
                  </a:lnTo>
                  <a:lnTo>
                    <a:pt x="473" y="29"/>
                  </a:lnTo>
                  <a:lnTo>
                    <a:pt x="422" y="24"/>
                  </a:lnTo>
                  <a:lnTo>
                    <a:pt x="369" y="21"/>
                  </a:lnTo>
                  <a:lnTo>
                    <a:pt x="314" y="20"/>
                  </a:lnTo>
                  <a:lnTo>
                    <a:pt x="256" y="20"/>
                  </a:lnTo>
                  <a:lnTo>
                    <a:pt x="196" y="22"/>
                  </a:lnTo>
                  <a:lnTo>
                    <a:pt x="132" y="27"/>
                  </a:lnTo>
                  <a:lnTo>
                    <a:pt x="68" y="33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 flipH="1">
              <a:off x="3727" y="2350"/>
              <a:ext cx="262" cy="78"/>
            </a:xfrm>
            <a:custGeom>
              <a:rect b="b" l="l" r="r" t="t"/>
              <a:pathLst>
                <a:path extrusionOk="0" h="248" w="676">
                  <a:moveTo>
                    <a:pt x="0" y="248"/>
                  </a:moveTo>
                  <a:lnTo>
                    <a:pt x="3" y="244"/>
                  </a:lnTo>
                  <a:lnTo>
                    <a:pt x="13" y="234"/>
                  </a:lnTo>
                  <a:lnTo>
                    <a:pt x="29" y="219"/>
                  </a:lnTo>
                  <a:lnTo>
                    <a:pt x="51" y="199"/>
                  </a:lnTo>
                  <a:lnTo>
                    <a:pt x="79" y="176"/>
                  </a:lnTo>
                  <a:lnTo>
                    <a:pt x="112" y="152"/>
                  </a:lnTo>
                  <a:lnTo>
                    <a:pt x="150" y="127"/>
                  </a:lnTo>
                  <a:lnTo>
                    <a:pt x="194" y="103"/>
                  </a:lnTo>
                  <a:lnTo>
                    <a:pt x="242" y="81"/>
                  </a:lnTo>
                  <a:lnTo>
                    <a:pt x="293" y="62"/>
                  </a:lnTo>
                  <a:lnTo>
                    <a:pt x="349" y="47"/>
                  </a:lnTo>
                  <a:lnTo>
                    <a:pt x="408" y="38"/>
                  </a:lnTo>
                  <a:lnTo>
                    <a:pt x="470" y="35"/>
                  </a:lnTo>
                  <a:lnTo>
                    <a:pt x="536" y="41"/>
                  </a:lnTo>
                  <a:lnTo>
                    <a:pt x="605" y="55"/>
                  </a:lnTo>
                  <a:lnTo>
                    <a:pt x="676" y="80"/>
                  </a:lnTo>
                  <a:lnTo>
                    <a:pt x="671" y="77"/>
                  </a:lnTo>
                  <a:lnTo>
                    <a:pt x="658" y="69"/>
                  </a:lnTo>
                  <a:lnTo>
                    <a:pt x="637" y="58"/>
                  </a:lnTo>
                  <a:lnTo>
                    <a:pt x="609" y="45"/>
                  </a:lnTo>
                  <a:lnTo>
                    <a:pt x="574" y="32"/>
                  </a:lnTo>
                  <a:lnTo>
                    <a:pt x="535" y="19"/>
                  </a:lnTo>
                  <a:lnTo>
                    <a:pt x="490" y="9"/>
                  </a:lnTo>
                  <a:lnTo>
                    <a:pt x="441" y="2"/>
                  </a:lnTo>
                  <a:lnTo>
                    <a:pt x="389" y="0"/>
                  </a:lnTo>
                  <a:lnTo>
                    <a:pt x="335" y="5"/>
                  </a:lnTo>
                  <a:lnTo>
                    <a:pt x="278" y="18"/>
                  </a:lnTo>
                  <a:lnTo>
                    <a:pt x="222" y="39"/>
                  </a:lnTo>
                  <a:lnTo>
                    <a:pt x="165" y="72"/>
                  </a:lnTo>
                  <a:lnTo>
                    <a:pt x="108" y="117"/>
                  </a:lnTo>
                  <a:lnTo>
                    <a:pt x="53" y="175"/>
                  </a:lnTo>
                  <a:lnTo>
                    <a:pt x="0" y="248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 flipH="1">
              <a:off x="3591" y="2139"/>
              <a:ext cx="138" cy="241"/>
            </a:xfrm>
            <a:custGeom>
              <a:rect b="b" l="l" r="r" t="t"/>
              <a:pathLst>
                <a:path extrusionOk="0" h="773" w="357">
                  <a:moveTo>
                    <a:pt x="13" y="719"/>
                  </a:moveTo>
                  <a:lnTo>
                    <a:pt x="15" y="711"/>
                  </a:lnTo>
                  <a:lnTo>
                    <a:pt x="22" y="690"/>
                  </a:lnTo>
                  <a:lnTo>
                    <a:pt x="33" y="657"/>
                  </a:lnTo>
                  <a:lnTo>
                    <a:pt x="47" y="613"/>
                  </a:lnTo>
                  <a:lnTo>
                    <a:pt x="65" y="563"/>
                  </a:lnTo>
                  <a:lnTo>
                    <a:pt x="85" y="507"/>
                  </a:lnTo>
                  <a:lnTo>
                    <a:pt x="107" y="447"/>
                  </a:lnTo>
                  <a:lnTo>
                    <a:pt x="131" y="385"/>
                  </a:lnTo>
                  <a:lnTo>
                    <a:pt x="157" y="324"/>
                  </a:lnTo>
                  <a:lnTo>
                    <a:pt x="182" y="265"/>
                  </a:lnTo>
                  <a:lnTo>
                    <a:pt x="209" y="212"/>
                  </a:lnTo>
                  <a:lnTo>
                    <a:pt x="236" y="164"/>
                  </a:lnTo>
                  <a:lnTo>
                    <a:pt x="261" y="126"/>
                  </a:lnTo>
                  <a:lnTo>
                    <a:pt x="286" y="98"/>
                  </a:lnTo>
                  <a:lnTo>
                    <a:pt x="308" y="83"/>
                  </a:lnTo>
                  <a:lnTo>
                    <a:pt x="330" y="82"/>
                  </a:lnTo>
                  <a:lnTo>
                    <a:pt x="345" y="88"/>
                  </a:lnTo>
                  <a:lnTo>
                    <a:pt x="355" y="90"/>
                  </a:lnTo>
                  <a:lnTo>
                    <a:pt x="357" y="90"/>
                  </a:lnTo>
                  <a:lnTo>
                    <a:pt x="356" y="87"/>
                  </a:lnTo>
                  <a:lnTo>
                    <a:pt x="350" y="81"/>
                  </a:lnTo>
                  <a:lnTo>
                    <a:pt x="340" y="74"/>
                  </a:lnTo>
                  <a:lnTo>
                    <a:pt x="327" y="66"/>
                  </a:lnTo>
                  <a:lnTo>
                    <a:pt x="312" y="57"/>
                  </a:lnTo>
                  <a:lnTo>
                    <a:pt x="296" y="47"/>
                  </a:lnTo>
                  <a:lnTo>
                    <a:pt x="279" y="37"/>
                  </a:lnTo>
                  <a:lnTo>
                    <a:pt x="264" y="27"/>
                  </a:lnTo>
                  <a:lnTo>
                    <a:pt x="248" y="18"/>
                  </a:lnTo>
                  <a:lnTo>
                    <a:pt x="235" y="11"/>
                  </a:lnTo>
                  <a:lnTo>
                    <a:pt x="225" y="5"/>
                  </a:lnTo>
                  <a:lnTo>
                    <a:pt x="218" y="1"/>
                  </a:lnTo>
                  <a:lnTo>
                    <a:pt x="216" y="0"/>
                  </a:lnTo>
                  <a:lnTo>
                    <a:pt x="212" y="8"/>
                  </a:lnTo>
                  <a:lnTo>
                    <a:pt x="203" y="29"/>
                  </a:lnTo>
                  <a:lnTo>
                    <a:pt x="190" y="63"/>
                  </a:lnTo>
                  <a:lnTo>
                    <a:pt x="173" y="107"/>
                  </a:lnTo>
                  <a:lnTo>
                    <a:pt x="153" y="159"/>
                  </a:lnTo>
                  <a:lnTo>
                    <a:pt x="132" y="218"/>
                  </a:lnTo>
                  <a:lnTo>
                    <a:pt x="109" y="282"/>
                  </a:lnTo>
                  <a:lnTo>
                    <a:pt x="86" y="349"/>
                  </a:lnTo>
                  <a:lnTo>
                    <a:pt x="64" y="417"/>
                  </a:lnTo>
                  <a:lnTo>
                    <a:pt x="44" y="484"/>
                  </a:lnTo>
                  <a:lnTo>
                    <a:pt x="27" y="549"/>
                  </a:lnTo>
                  <a:lnTo>
                    <a:pt x="13" y="609"/>
                  </a:lnTo>
                  <a:lnTo>
                    <a:pt x="4" y="664"/>
                  </a:lnTo>
                  <a:lnTo>
                    <a:pt x="0" y="711"/>
                  </a:lnTo>
                  <a:lnTo>
                    <a:pt x="3" y="748"/>
                  </a:lnTo>
                  <a:lnTo>
                    <a:pt x="13" y="773"/>
                  </a:lnTo>
                  <a:lnTo>
                    <a:pt x="13" y="719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 flipH="1">
              <a:off x="3569" y="2164"/>
              <a:ext cx="98" cy="199"/>
            </a:xfrm>
            <a:custGeom>
              <a:rect b="b" l="l" r="r" t="t"/>
              <a:pathLst>
                <a:path extrusionOk="0" h="637" w="250">
                  <a:moveTo>
                    <a:pt x="250" y="0"/>
                  </a:moveTo>
                  <a:lnTo>
                    <a:pt x="247" y="6"/>
                  </a:lnTo>
                  <a:lnTo>
                    <a:pt x="238" y="22"/>
                  </a:lnTo>
                  <a:lnTo>
                    <a:pt x="224" y="47"/>
                  </a:lnTo>
                  <a:lnTo>
                    <a:pt x="208" y="80"/>
                  </a:lnTo>
                  <a:lnTo>
                    <a:pt x="187" y="120"/>
                  </a:lnTo>
                  <a:lnTo>
                    <a:pt x="164" y="165"/>
                  </a:lnTo>
                  <a:lnTo>
                    <a:pt x="141" y="214"/>
                  </a:lnTo>
                  <a:lnTo>
                    <a:pt x="116" y="267"/>
                  </a:lnTo>
                  <a:lnTo>
                    <a:pt x="92" y="321"/>
                  </a:lnTo>
                  <a:lnTo>
                    <a:pt x="68" y="375"/>
                  </a:lnTo>
                  <a:lnTo>
                    <a:pt x="47" y="428"/>
                  </a:lnTo>
                  <a:lnTo>
                    <a:pt x="29" y="479"/>
                  </a:lnTo>
                  <a:lnTo>
                    <a:pt x="15" y="527"/>
                  </a:lnTo>
                  <a:lnTo>
                    <a:pt x="5" y="571"/>
                  </a:lnTo>
                  <a:lnTo>
                    <a:pt x="0" y="607"/>
                  </a:lnTo>
                  <a:lnTo>
                    <a:pt x="1" y="637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"/>
            <p:cNvSpPr/>
            <p:nvPr/>
          </p:nvSpPr>
          <p:spPr>
            <a:xfrm flipH="1">
              <a:off x="3549" y="2221"/>
              <a:ext cx="47" cy="10"/>
            </a:xfrm>
            <a:custGeom>
              <a:rect b="b" l="l" r="r" t="t"/>
              <a:pathLst>
                <a:path extrusionOk="0" h="30" w="121">
                  <a:moveTo>
                    <a:pt x="0" y="0"/>
                  </a:moveTo>
                  <a:lnTo>
                    <a:pt x="2" y="2"/>
                  </a:lnTo>
                  <a:lnTo>
                    <a:pt x="7" y="6"/>
                  </a:lnTo>
                  <a:lnTo>
                    <a:pt x="17" y="12"/>
                  </a:lnTo>
                  <a:lnTo>
                    <a:pt x="29" y="18"/>
                  </a:lnTo>
                  <a:lnTo>
                    <a:pt x="46" y="24"/>
                  </a:lnTo>
                  <a:lnTo>
                    <a:pt x="67" y="28"/>
                  </a:lnTo>
                  <a:lnTo>
                    <a:pt x="92" y="30"/>
                  </a:lnTo>
                  <a:lnTo>
                    <a:pt x="121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"/>
            <p:cNvSpPr/>
            <p:nvPr/>
          </p:nvSpPr>
          <p:spPr>
            <a:xfrm flipH="1">
              <a:off x="3707" y="2415"/>
              <a:ext cx="282" cy="69"/>
            </a:xfrm>
            <a:custGeom>
              <a:rect b="b" l="l" r="r" t="t"/>
              <a:pathLst>
                <a:path extrusionOk="0" h="220" w="729">
                  <a:moveTo>
                    <a:pt x="0" y="112"/>
                  </a:moveTo>
                  <a:lnTo>
                    <a:pt x="1" y="111"/>
                  </a:lnTo>
                  <a:lnTo>
                    <a:pt x="4" y="110"/>
                  </a:lnTo>
                  <a:lnTo>
                    <a:pt x="10" y="107"/>
                  </a:lnTo>
                  <a:lnTo>
                    <a:pt x="17" y="103"/>
                  </a:lnTo>
                  <a:lnTo>
                    <a:pt x="28" y="98"/>
                  </a:lnTo>
                  <a:lnTo>
                    <a:pt x="39" y="93"/>
                  </a:lnTo>
                  <a:lnTo>
                    <a:pt x="52" y="87"/>
                  </a:lnTo>
                  <a:lnTo>
                    <a:pt x="67" y="81"/>
                  </a:lnTo>
                  <a:lnTo>
                    <a:pt x="83" y="75"/>
                  </a:lnTo>
                  <a:lnTo>
                    <a:pt x="102" y="69"/>
                  </a:lnTo>
                  <a:lnTo>
                    <a:pt x="122" y="63"/>
                  </a:lnTo>
                  <a:lnTo>
                    <a:pt x="144" y="57"/>
                  </a:lnTo>
                  <a:lnTo>
                    <a:pt x="166" y="52"/>
                  </a:lnTo>
                  <a:lnTo>
                    <a:pt x="189" y="46"/>
                  </a:lnTo>
                  <a:lnTo>
                    <a:pt x="214" y="42"/>
                  </a:lnTo>
                  <a:lnTo>
                    <a:pt x="241" y="39"/>
                  </a:lnTo>
                  <a:lnTo>
                    <a:pt x="267" y="36"/>
                  </a:lnTo>
                  <a:lnTo>
                    <a:pt x="295" y="35"/>
                  </a:lnTo>
                  <a:lnTo>
                    <a:pt x="323" y="35"/>
                  </a:lnTo>
                  <a:lnTo>
                    <a:pt x="353" y="37"/>
                  </a:lnTo>
                  <a:lnTo>
                    <a:pt x="382" y="40"/>
                  </a:lnTo>
                  <a:lnTo>
                    <a:pt x="414" y="45"/>
                  </a:lnTo>
                  <a:lnTo>
                    <a:pt x="444" y="52"/>
                  </a:lnTo>
                  <a:lnTo>
                    <a:pt x="476" y="61"/>
                  </a:lnTo>
                  <a:lnTo>
                    <a:pt x="507" y="72"/>
                  </a:lnTo>
                  <a:lnTo>
                    <a:pt x="539" y="85"/>
                  </a:lnTo>
                  <a:lnTo>
                    <a:pt x="571" y="100"/>
                  </a:lnTo>
                  <a:lnTo>
                    <a:pt x="603" y="119"/>
                  </a:lnTo>
                  <a:lnTo>
                    <a:pt x="635" y="139"/>
                  </a:lnTo>
                  <a:lnTo>
                    <a:pt x="667" y="163"/>
                  </a:lnTo>
                  <a:lnTo>
                    <a:pt x="698" y="190"/>
                  </a:lnTo>
                  <a:lnTo>
                    <a:pt x="729" y="220"/>
                  </a:lnTo>
                  <a:lnTo>
                    <a:pt x="729" y="219"/>
                  </a:lnTo>
                  <a:lnTo>
                    <a:pt x="727" y="215"/>
                  </a:lnTo>
                  <a:lnTo>
                    <a:pt x="725" y="210"/>
                  </a:lnTo>
                  <a:lnTo>
                    <a:pt x="722" y="203"/>
                  </a:lnTo>
                  <a:lnTo>
                    <a:pt x="718" y="194"/>
                  </a:lnTo>
                  <a:lnTo>
                    <a:pt x="713" y="184"/>
                  </a:lnTo>
                  <a:lnTo>
                    <a:pt x="706" y="173"/>
                  </a:lnTo>
                  <a:lnTo>
                    <a:pt x="698" y="161"/>
                  </a:lnTo>
                  <a:lnTo>
                    <a:pt x="689" y="147"/>
                  </a:lnTo>
                  <a:lnTo>
                    <a:pt x="678" y="134"/>
                  </a:lnTo>
                  <a:lnTo>
                    <a:pt x="667" y="120"/>
                  </a:lnTo>
                  <a:lnTo>
                    <a:pt x="654" y="106"/>
                  </a:lnTo>
                  <a:lnTo>
                    <a:pt x="639" y="92"/>
                  </a:lnTo>
                  <a:lnTo>
                    <a:pt x="622" y="78"/>
                  </a:lnTo>
                  <a:lnTo>
                    <a:pt x="604" y="65"/>
                  </a:lnTo>
                  <a:lnTo>
                    <a:pt x="584" y="52"/>
                  </a:lnTo>
                  <a:lnTo>
                    <a:pt x="563" y="40"/>
                  </a:lnTo>
                  <a:lnTo>
                    <a:pt x="540" y="29"/>
                  </a:lnTo>
                  <a:lnTo>
                    <a:pt x="515" y="20"/>
                  </a:lnTo>
                  <a:lnTo>
                    <a:pt x="488" y="12"/>
                  </a:lnTo>
                  <a:lnTo>
                    <a:pt x="459" y="6"/>
                  </a:lnTo>
                  <a:lnTo>
                    <a:pt x="429" y="2"/>
                  </a:lnTo>
                  <a:lnTo>
                    <a:pt x="396" y="0"/>
                  </a:lnTo>
                  <a:lnTo>
                    <a:pt x="361" y="0"/>
                  </a:lnTo>
                  <a:lnTo>
                    <a:pt x="324" y="3"/>
                  </a:lnTo>
                  <a:lnTo>
                    <a:pt x="285" y="8"/>
                  </a:lnTo>
                  <a:lnTo>
                    <a:pt x="243" y="17"/>
                  </a:lnTo>
                  <a:lnTo>
                    <a:pt x="199" y="29"/>
                  </a:lnTo>
                  <a:lnTo>
                    <a:pt x="154" y="44"/>
                  </a:lnTo>
                  <a:lnTo>
                    <a:pt x="105" y="63"/>
                  </a:lnTo>
                  <a:lnTo>
                    <a:pt x="53" y="86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"/>
            <p:cNvSpPr/>
            <p:nvPr/>
          </p:nvSpPr>
          <p:spPr>
            <a:xfrm flipH="1">
              <a:off x="3569" y="2232"/>
              <a:ext cx="155" cy="264"/>
            </a:xfrm>
            <a:custGeom>
              <a:rect b="b" l="l" r="r" t="t"/>
              <a:pathLst>
                <a:path extrusionOk="0" h="854" w="399">
                  <a:moveTo>
                    <a:pt x="0" y="786"/>
                  </a:moveTo>
                  <a:lnTo>
                    <a:pt x="82" y="854"/>
                  </a:lnTo>
                  <a:lnTo>
                    <a:pt x="399" y="27"/>
                  </a:lnTo>
                  <a:lnTo>
                    <a:pt x="323" y="0"/>
                  </a:lnTo>
                  <a:lnTo>
                    <a:pt x="321" y="9"/>
                  </a:lnTo>
                  <a:lnTo>
                    <a:pt x="313" y="36"/>
                  </a:lnTo>
                  <a:lnTo>
                    <a:pt x="301" y="77"/>
                  </a:lnTo>
                  <a:lnTo>
                    <a:pt x="285" y="130"/>
                  </a:lnTo>
                  <a:lnTo>
                    <a:pt x="266" y="192"/>
                  </a:lnTo>
                  <a:lnTo>
                    <a:pt x="245" y="261"/>
                  </a:lnTo>
                  <a:lnTo>
                    <a:pt x="221" y="335"/>
                  </a:lnTo>
                  <a:lnTo>
                    <a:pt x="195" y="411"/>
                  </a:lnTo>
                  <a:lnTo>
                    <a:pt x="169" y="486"/>
                  </a:lnTo>
                  <a:lnTo>
                    <a:pt x="141" y="558"/>
                  </a:lnTo>
                  <a:lnTo>
                    <a:pt x="115" y="625"/>
                  </a:lnTo>
                  <a:lnTo>
                    <a:pt x="88" y="684"/>
                  </a:lnTo>
                  <a:lnTo>
                    <a:pt x="63" y="732"/>
                  </a:lnTo>
                  <a:lnTo>
                    <a:pt x="40" y="766"/>
                  </a:lnTo>
                  <a:lnTo>
                    <a:pt x="19" y="785"/>
                  </a:lnTo>
                  <a:lnTo>
                    <a:pt x="0" y="786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"/>
            <p:cNvSpPr/>
            <p:nvPr/>
          </p:nvSpPr>
          <p:spPr>
            <a:xfrm flipH="1">
              <a:off x="3692" y="2428"/>
              <a:ext cx="108" cy="68"/>
            </a:xfrm>
            <a:custGeom>
              <a:rect b="b" l="l" r="r" t="t"/>
              <a:pathLst>
                <a:path extrusionOk="0" h="224" w="278">
                  <a:moveTo>
                    <a:pt x="0" y="0"/>
                  </a:moveTo>
                  <a:lnTo>
                    <a:pt x="248" y="89"/>
                  </a:lnTo>
                  <a:lnTo>
                    <a:pt x="278" y="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"/>
            <p:cNvSpPr/>
            <p:nvPr/>
          </p:nvSpPr>
          <p:spPr>
            <a:xfrm flipH="1">
              <a:off x="3532" y="2214"/>
              <a:ext cx="56" cy="9"/>
            </a:xfrm>
            <a:custGeom>
              <a:rect b="b" l="l" r="r" t="t"/>
              <a:pathLst>
                <a:path extrusionOk="0" h="33" w="144">
                  <a:moveTo>
                    <a:pt x="0" y="0"/>
                  </a:moveTo>
                  <a:lnTo>
                    <a:pt x="1" y="1"/>
                  </a:lnTo>
                  <a:lnTo>
                    <a:pt x="6" y="4"/>
                  </a:lnTo>
                  <a:lnTo>
                    <a:pt x="14" y="9"/>
                  </a:lnTo>
                  <a:lnTo>
                    <a:pt x="27" y="14"/>
                  </a:lnTo>
                  <a:lnTo>
                    <a:pt x="46" y="20"/>
                  </a:lnTo>
                  <a:lnTo>
                    <a:pt x="71" y="25"/>
                  </a:lnTo>
                  <a:lnTo>
                    <a:pt x="103" y="30"/>
                  </a:lnTo>
                  <a:lnTo>
                    <a:pt x="144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"/>
            <p:cNvSpPr/>
            <p:nvPr/>
          </p:nvSpPr>
          <p:spPr>
            <a:xfrm flipH="1">
              <a:off x="3529" y="2229"/>
              <a:ext cx="129" cy="323"/>
            </a:xfrm>
            <a:custGeom>
              <a:rect b="b" l="l" r="r" t="t"/>
              <a:pathLst>
                <a:path extrusionOk="0" h="1036" w="331">
                  <a:moveTo>
                    <a:pt x="331" y="0"/>
                  </a:moveTo>
                  <a:lnTo>
                    <a:pt x="328" y="12"/>
                  </a:lnTo>
                  <a:lnTo>
                    <a:pt x="320" y="46"/>
                  </a:lnTo>
                  <a:lnTo>
                    <a:pt x="306" y="99"/>
                  </a:lnTo>
                  <a:lnTo>
                    <a:pt x="290" y="166"/>
                  </a:lnTo>
                  <a:lnTo>
                    <a:pt x="270" y="246"/>
                  </a:lnTo>
                  <a:lnTo>
                    <a:pt x="246" y="335"/>
                  </a:lnTo>
                  <a:lnTo>
                    <a:pt x="221" y="430"/>
                  </a:lnTo>
                  <a:lnTo>
                    <a:pt x="194" y="528"/>
                  </a:lnTo>
                  <a:lnTo>
                    <a:pt x="166" y="625"/>
                  </a:lnTo>
                  <a:lnTo>
                    <a:pt x="138" y="720"/>
                  </a:lnTo>
                  <a:lnTo>
                    <a:pt x="110" y="808"/>
                  </a:lnTo>
                  <a:lnTo>
                    <a:pt x="83" y="885"/>
                  </a:lnTo>
                  <a:lnTo>
                    <a:pt x="59" y="950"/>
                  </a:lnTo>
                  <a:lnTo>
                    <a:pt x="35" y="999"/>
                  </a:lnTo>
                  <a:lnTo>
                    <a:pt x="16" y="1029"/>
                  </a:lnTo>
                  <a:lnTo>
                    <a:pt x="0" y="1036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 flipH="1">
              <a:off x="4012" y="2488"/>
              <a:ext cx="44" cy="19"/>
            </a:xfrm>
            <a:custGeom>
              <a:rect b="b" l="l" r="r" t="t"/>
              <a:pathLst>
                <a:path extrusionOk="0" h="61" w="112">
                  <a:moveTo>
                    <a:pt x="0" y="0"/>
                  </a:moveTo>
                  <a:lnTo>
                    <a:pt x="1" y="6"/>
                  </a:lnTo>
                  <a:lnTo>
                    <a:pt x="5" y="19"/>
                  </a:lnTo>
                  <a:lnTo>
                    <a:pt x="12" y="36"/>
                  </a:lnTo>
                  <a:lnTo>
                    <a:pt x="23" y="51"/>
                  </a:lnTo>
                  <a:lnTo>
                    <a:pt x="38" y="61"/>
                  </a:lnTo>
                  <a:lnTo>
                    <a:pt x="57" y="59"/>
                  </a:lnTo>
                  <a:lnTo>
                    <a:pt x="82" y="43"/>
                  </a:lnTo>
                  <a:lnTo>
                    <a:pt x="112" y="7"/>
                  </a:lnTo>
                  <a:lnTo>
                    <a:pt x="109" y="10"/>
                  </a:lnTo>
                  <a:lnTo>
                    <a:pt x="99" y="18"/>
                  </a:lnTo>
                  <a:lnTo>
                    <a:pt x="84" y="28"/>
                  </a:lnTo>
                  <a:lnTo>
                    <a:pt x="68" y="36"/>
                  </a:lnTo>
                  <a:lnTo>
                    <a:pt x="49" y="41"/>
                  </a:lnTo>
                  <a:lnTo>
                    <a:pt x="30" y="38"/>
                  </a:lnTo>
                  <a:lnTo>
                    <a:pt x="13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"/>
            <p:cNvSpPr/>
            <p:nvPr/>
          </p:nvSpPr>
          <p:spPr>
            <a:xfrm flipH="1">
              <a:off x="3780" y="2474"/>
              <a:ext cx="209" cy="56"/>
            </a:xfrm>
            <a:custGeom>
              <a:rect b="b" l="l" r="r" t="t"/>
              <a:pathLst>
                <a:path extrusionOk="0" h="180" w="541">
                  <a:moveTo>
                    <a:pt x="0" y="24"/>
                  </a:moveTo>
                  <a:lnTo>
                    <a:pt x="1" y="25"/>
                  </a:lnTo>
                  <a:lnTo>
                    <a:pt x="5" y="27"/>
                  </a:lnTo>
                  <a:lnTo>
                    <a:pt x="13" y="30"/>
                  </a:lnTo>
                  <a:lnTo>
                    <a:pt x="25" y="34"/>
                  </a:lnTo>
                  <a:lnTo>
                    <a:pt x="40" y="40"/>
                  </a:lnTo>
                  <a:lnTo>
                    <a:pt x="60" y="46"/>
                  </a:lnTo>
                  <a:lnTo>
                    <a:pt x="83" y="54"/>
                  </a:lnTo>
                  <a:lnTo>
                    <a:pt x="112" y="64"/>
                  </a:lnTo>
                  <a:lnTo>
                    <a:pt x="146" y="74"/>
                  </a:lnTo>
                  <a:lnTo>
                    <a:pt x="184" y="86"/>
                  </a:lnTo>
                  <a:lnTo>
                    <a:pt x="228" y="98"/>
                  </a:lnTo>
                  <a:lnTo>
                    <a:pt x="279" y="112"/>
                  </a:lnTo>
                  <a:lnTo>
                    <a:pt x="334" y="127"/>
                  </a:lnTo>
                  <a:lnTo>
                    <a:pt x="397" y="143"/>
                  </a:lnTo>
                  <a:lnTo>
                    <a:pt x="465" y="161"/>
                  </a:lnTo>
                  <a:lnTo>
                    <a:pt x="541" y="180"/>
                  </a:lnTo>
                  <a:lnTo>
                    <a:pt x="539" y="177"/>
                  </a:lnTo>
                  <a:lnTo>
                    <a:pt x="530" y="169"/>
                  </a:lnTo>
                  <a:lnTo>
                    <a:pt x="517" y="156"/>
                  </a:lnTo>
                  <a:lnTo>
                    <a:pt x="500" y="140"/>
                  </a:lnTo>
                  <a:lnTo>
                    <a:pt x="477" y="123"/>
                  </a:lnTo>
                  <a:lnTo>
                    <a:pt x="450" y="103"/>
                  </a:lnTo>
                  <a:lnTo>
                    <a:pt x="420" y="83"/>
                  </a:lnTo>
                  <a:lnTo>
                    <a:pt x="386" y="63"/>
                  </a:lnTo>
                  <a:lnTo>
                    <a:pt x="348" y="45"/>
                  </a:lnTo>
                  <a:lnTo>
                    <a:pt x="306" y="28"/>
                  </a:lnTo>
                  <a:lnTo>
                    <a:pt x="262" y="15"/>
                  </a:lnTo>
                  <a:lnTo>
                    <a:pt x="214" y="5"/>
                  </a:lnTo>
                  <a:lnTo>
                    <a:pt x="164" y="0"/>
                  </a:lnTo>
                  <a:lnTo>
                    <a:pt x="111" y="1"/>
                  </a:lnTo>
                  <a:lnTo>
                    <a:pt x="57" y="9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"/>
            <p:cNvSpPr/>
            <p:nvPr/>
          </p:nvSpPr>
          <p:spPr>
            <a:xfrm flipH="1">
              <a:off x="4068" y="2440"/>
              <a:ext cx="330" cy="47"/>
            </a:xfrm>
            <a:custGeom>
              <a:rect b="b" l="l" r="r" t="t"/>
              <a:pathLst>
                <a:path extrusionOk="0" h="148" w="852">
                  <a:moveTo>
                    <a:pt x="852" y="148"/>
                  </a:moveTo>
                  <a:lnTo>
                    <a:pt x="849" y="148"/>
                  </a:lnTo>
                  <a:lnTo>
                    <a:pt x="843" y="147"/>
                  </a:lnTo>
                  <a:lnTo>
                    <a:pt x="833" y="146"/>
                  </a:lnTo>
                  <a:lnTo>
                    <a:pt x="819" y="145"/>
                  </a:lnTo>
                  <a:lnTo>
                    <a:pt x="802" y="143"/>
                  </a:lnTo>
                  <a:lnTo>
                    <a:pt x="782" y="141"/>
                  </a:lnTo>
                  <a:lnTo>
                    <a:pt x="759" y="139"/>
                  </a:lnTo>
                  <a:lnTo>
                    <a:pt x="733" y="136"/>
                  </a:lnTo>
                  <a:lnTo>
                    <a:pt x="705" y="133"/>
                  </a:lnTo>
                  <a:lnTo>
                    <a:pt x="675" y="130"/>
                  </a:lnTo>
                  <a:lnTo>
                    <a:pt x="643" y="127"/>
                  </a:lnTo>
                  <a:lnTo>
                    <a:pt x="609" y="123"/>
                  </a:lnTo>
                  <a:lnTo>
                    <a:pt x="575" y="119"/>
                  </a:lnTo>
                  <a:lnTo>
                    <a:pt x="539" y="114"/>
                  </a:lnTo>
                  <a:lnTo>
                    <a:pt x="502" y="110"/>
                  </a:lnTo>
                  <a:lnTo>
                    <a:pt x="465" y="105"/>
                  </a:lnTo>
                  <a:lnTo>
                    <a:pt x="428" y="100"/>
                  </a:lnTo>
                  <a:lnTo>
                    <a:pt x="390" y="94"/>
                  </a:lnTo>
                  <a:lnTo>
                    <a:pt x="353" y="89"/>
                  </a:lnTo>
                  <a:lnTo>
                    <a:pt x="316" y="83"/>
                  </a:lnTo>
                  <a:lnTo>
                    <a:pt x="279" y="77"/>
                  </a:lnTo>
                  <a:lnTo>
                    <a:pt x="245" y="71"/>
                  </a:lnTo>
                  <a:lnTo>
                    <a:pt x="210" y="64"/>
                  </a:lnTo>
                  <a:lnTo>
                    <a:pt x="178" y="58"/>
                  </a:lnTo>
                  <a:lnTo>
                    <a:pt x="146" y="51"/>
                  </a:lnTo>
                  <a:lnTo>
                    <a:pt x="117" y="44"/>
                  </a:lnTo>
                  <a:lnTo>
                    <a:pt x="91" y="37"/>
                  </a:lnTo>
                  <a:lnTo>
                    <a:pt x="67" y="30"/>
                  </a:lnTo>
                  <a:lnTo>
                    <a:pt x="46" y="23"/>
                  </a:lnTo>
                  <a:lnTo>
                    <a:pt x="27" y="15"/>
                  </a:lnTo>
                  <a:lnTo>
                    <a:pt x="11" y="8"/>
                  </a:lnTo>
                  <a:lnTo>
                    <a:pt x="0" y="0"/>
                  </a:lnTo>
                  <a:lnTo>
                    <a:pt x="852" y="148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"/>
            <p:cNvSpPr/>
            <p:nvPr/>
          </p:nvSpPr>
          <p:spPr>
            <a:xfrm flipH="1">
              <a:off x="4076" y="2432"/>
              <a:ext cx="280" cy="44"/>
            </a:xfrm>
            <a:custGeom>
              <a:rect b="b" l="l" r="r" t="t"/>
              <a:pathLst>
                <a:path extrusionOk="0" h="138" w="723">
                  <a:moveTo>
                    <a:pt x="0" y="10"/>
                  </a:moveTo>
                  <a:lnTo>
                    <a:pt x="723" y="138"/>
                  </a:lnTo>
                  <a:lnTo>
                    <a:pt x="721" y="136"/>
                  </a:lnTo>
                  <a:lnTo>
                    <a:pt x="714" y="130"/>
                  </a:lnTo>
                  <a:lnTo>
                    <a:pt x="703" y="122"/>
                  </a:lnTo>
                  <a:lnTo>
                    <a:pt x="686" y="110"/>
                  </a:lnTo>
                  <a:lnTo>
                    <a:pt x="665" y="97"/>
                  </a:lnTo>
                  <a:lnTo>
                    <a:pt x="637" y="83"/>
                  </a:lnTo>
                  <a:lnTo>
                    <a:pt x="604" y="68"/>
                  </a:lnTo>
                  <a:lnTo>
                    <a:pt x="565" y="54"/>
                  </a:lnTo>
                  <a:lnTo>
                    <a:pt x="519" y="40"/>
                  </a:lnTo>
                  <a:lnTo>
                    <a:pt x="468" y="27"/>
                  </a:lnTo>
                  <a:lnTo>
                    <a:pt x="409" y="16"/>
                  </a:lnTo>
                  <a:lnTo>
                    <a:pt x="342" y="7"/>
                  </a:lnTo>
                  <a:lnTo>
                    <a:pt x="268" y="2"/>
                  </a:lnTo>
                  <a:lnTo>
                    <a:pt x="187" y="0"/>
                  </a:lnTo>
                  <a:lnTo>
                    <a:pt x="97" y="3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"/>
            <p:cNvSpPr/>
            <p:nvPr/>
          </p:nvSpPr>
          <p:spPr>
            <a:xfrm flipH="1">
              <a:off x="4108" y="2364"/>
              <a:ext cx="144" cy="27"/>
            </a:xfrm>
            <a:custGeom>
              <a:rect b="b" l="l" r="r" t="t"/>
              <a:pathLst>
                <a:path extrusionOk="0" h="84" w="373">
                  <a:moveTo>
                    <a:pt x="0" y="0"/>
                  </a:moveTo>
                  <a:lnTo>
                    <a:pt x="11" y="19"/>
                  </a:lnTo>
                  <a:lnTo>
                    <a:pt x="31" y="9"/>
                  </a:lnTo>
                  <a:lnTo>
                    <a:pt x="50" y="27"/>
                  </a:lnTo>
                  <a:lnTo>
                    <a:pt x="86" y="15"/>
                  </a:lnTo>
                  <a:lnTo>
                    <a:pt x="124" y="10"/>
                  </a:lnTo>
                  <a:lnTo>
                    <a:pt x="142" y="28"/>
                  </a:lnTo>
                  <a:lnTo>
                    <a:pt x="172" y="24"/>
                  </a:lnTo>
                  <a:lnTo>
                    <a:pt x="211" y="32"/>
                  </a:lnTo>
                  <a:lnTo>
                    <a:pt x="231" y="15"/>
                  </a:lnTo>
                  <a:lnTo>
                    <a:pt x="273" y="37"/>
                  </a:lnTo>
                  <a:lnTo>
                    <a:pt x="301" y="67"/>
                  </a:lnTo>
                  <a:lnTo>
                    <a:pt x="358" y="45"/>
                  </a:lnTo>
                  <a:lnTo>
                    <a:pt x="373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"/>
            <p:cNvSpPr/>
            <p:nvPr/>
          </p:nvSpPr>
          <p:spPr>
            <a:xfrm flipH="1">
              <a:off x="4090" y="2341"/>
              <a:ext cx="145" cy="22"/>
            </a:xfrm>
            <a:custGeom>
              <a:rect b="b" l="l" r="r" t="t"/>
              <a:pathLst>
                <a:path extrusionOk="0" h="74" w="376">
                  <a:moveTo>
                    <a:pt x="0" y="0"/>
                  </a:moveTo>
                  <a:lnTo>
                    <a:pt x="11" y="19"/>
                  </a:lnTo>
                  <a:lnTo>
                    <a:pt x="32" y="9"/>
                  </a:lnTo>
                  <a:lnTo>
                    <a:pt x="51" y="26"/>
                  </a:lnTo>
                  <a:lnTo>
                    <a:pt x="87" y="13"/>
                  </a:lnTo>
                  <a:lnTo>
                    <a:pt x="123" y="7"/>
                  </a:lnTo>
                  <a:lnTo>
                    <a:pt x="142" y="24"/>
                  </a:lnTo>
                  <a:lnTo>
                    <a:pt x="173" y="19"/>
                  </a:lnTo>
                  <a:lnTo>
                    <a:pt x="212" y="26"/>
                  </a:lnTo>
                  <a:lnTo>
                    <a:pt x="232" y="9"/>
                  </a:lnTo>
                  <a:lnTo>
                    <a:pt x="274" y="29"/>
                  </a:lnTo>
                  <a:lnTo>
                    <a:pt x="303" y="59"/>
                  </a:lnTo>
                  <a:lnTo>
                    <a:pt x="360" y="35"/>
                  </a:lnTo>
                  <a:lnTo>
                    <a:pt x="376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 flipH="1">
              <a:off x="4084" y="2316"/>
              <a:ext cx="145" cy="25"/>
            </a:xfrm>
            <a:custGeom>
              <a:rect b="b" l="l" r="r" t="t"/>
              <a:pathLst>
                <a:path extrusionOk="0" h="81" w="375">
                  <a:moveTo>
                    <a:pt x="0" y="0"/>
                  </a:moveTo>
                  <a:lnTo>
                    <a:pt x="11" y="19"/>
                  </a:lnTo>
                  <a:lnTo>
                    <a:pt x="33" y="9"/>
                  </a:lnTo>
                  <a:lnTo>
                    <a:pt x="52" y="26"/>
                  </a:lnTo>
                  <a:lnTo>
                    <a:pt x="87" y="14"/>
                  </a:lnTo>
                  <a:lnTo>
                    <a:pt x="124" y="8"/>
                  </a:lnTo>
                  <a:lnTo>
                    <a:pt x="143" y="26"/>
                  </a:lnTo>
                  <a:lnTo>
                    <a:pt x="173" y="22"/>
                  </a:lnTo>
                  <a:lnTo>
                    <a:pt x="212" y="29"/>
                  </a:lnTo>
                  <a:lnTo>
                    <a:pt x="232" y="13"/>
                  </a:lnTo>
                  <a:lnTo>
                    <a:pt x="275" y="34"/>
                  </a:lnTo>
                  <a:lnTo>
                    <a:pt x="303" y="63"/>
                  </a:lnTo>
                  <a:lnTo>
                    <a:pt x="360" y="41"/>
                  </a:lnTo>
                  <a:lnTo>
                    <a:pt x="375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 flipH="1">
              <a:off x="3628" y="2074"/>
              <a:ext cx="372" cy="354"/>
            </a:xfrm>
            <a:custGeom>
              <a:rect b="b" l="l" r="r" t="t"/>
              <a:pathLst>
                <a:path extrusionOk="0" h="1139" w="959">
                  <a:moveTo>
                    <a:pt x="645" y="898"/>
                  </a:moveTo>
                  <a:lnTo>
                    <a:pt x="640" y="895"/>
                  </a:lnTo>
                  <a:lnTo>
                    <a:pt x="626" y="886"/>
                  </a:lnTo>
                  <a:lnTo>
                    <a:pt x="604" y="874"/>
                  </a:lnTo>
                  <a:lnTo>
                    <a:pt x="573" y="859"/>
                  </a:lnTo>
                  <a:lnTo>
                    <a:pt x="538" y="844"/>
                  </a:lnTo>
                  <a:lnTo>
                    <a:pt x="496" y="830"/>
                  </a:lnTo>
                  <a:lnTo>
                    <a:pt x="451" y="820"/>
                  </a:lnTo>
                  <a:lnTo>
                    <a:pt x="402" y="814"/>
                  </a:lnTo>
                  <a:lnTo>
                    <a:pt x="350" y="815"/>
                  </a:lnTo>
                  <a:lnTo>
                    <a:pt x="297" y="824"/>
                  </a:lnTo>
                  <a:lnTo>
                    <a:pt x="243" y="842"/>
                  </a:lnTo>
                  <a:lnTo>
                    <a:pt x="190" y="873"/>
                  </a:lnTo>
                  <a:lnTo>
                    <a:pt x="138" y="915"/>
                  </a:lnTo>
                  <a:lnTo>
                    <a:pt x="88" y="973"/>
                  </a:lnTo>
                  <a:lnTo>
                    <a:pt x="42" y="1047"/>
                  </a:lnTo>
                  <a:lnTo>
                    <a:pt x="0" y="1139"/>
                  </a:lnTo>
                  <a:lnTo>
                    <a:pt x="298" y="313"/>
                  </a:lnTo>
                  <a:lnTo>
                    <a:pt x="301" y="308"/>
                  </a:lnTo>
                  <a:lnTo>
                    <a:pt x="312" y="292"/>
                  </a:lnTo>
                  <a:lnTo>
                    <a:pt x="329" y="269"/>
                  </a:lnTo>
                  <a:lnTo>
                    <a:pt x="351" y="239"/>
                  </a:lnTo>
                  <a:lnTo>
                    <a:pt x="380" y="206"/>
                  </a:lnTo>
                  <a:lnTo>
                    <a:pt x="415" y="170"/>
                  </a:lnTo>
                  <a:lnTo>
                    <a:pt x="453" y="133"/>
                  </a:lnTo>
                  <a:lnTo>
                    <a:pt x="496" y="98"/>
                  </a:lnTo>
                  <a:lnTo>
                    <a:pt x="544" y="65"/>
                  </a:lnTo>
                  <a:lnTo>
                    <a:pt x="596" y="37"/>
                  </a:lnTo>
                  <a:lnTo>
                    <a:pt x="650" y="16"/>
                  </a:lnTo>
                  <a:lnTo>
                    <a:pt x="707" y="3"/>
                  </a:lnTo>
                  <a:lnTo>
                    <a:pt x="768" y="0"/>
                  </a:lnTo>
                  <a:lnTo>
                    <a:pt x="830" y="10"/>
                  </a:lnTo>
                  <a:lnTo>
                    <a:pt x="894" y="33"/>
                  </a:lnTo>
                  <a:lnTo>
                    <a:pt x="959" y="71"/>
                  </a:lnTo>
                  <a:lnTo>
                    <a:pt x="956" y="75"/>
                  </a:lnTo>
                  <a:lnTo>
                    <a:pt x="948" y="87"/>
                  </a:lnTo>
                  <a:lnTo>
                    <a:pt x="936" y="107"/>
                  </a:lnTo>
                  <a:lnTo>
                    <a:pt x="919" y="133"/>
                  </a:lnTo>
                  <a:lnTo>
                    <a:pt x="899" y="167"/>
                  </a:lnTo>
                  <a:lnTo>
                    <a:pt x="876" y="207"/>
                  </a:lnTo>
                  <a:lnTo>
                    <a:pt x="851" y="255"/>
                  </a:lnTo>
                  <a:lnTo>
                    <a:pt x="826" y="307"/>
                  </a:lnTo>
                  <a:lnTo>
                    <a:pt x="799" y="365"/>
                  </a:lnTo>
                  <a:lnTo>
                    <a:pt x="771" y="428"/>
                  </a:lnTo>
                  <a:lnTo>
                    <a:pt x="745" y="496"/>
                  </a:lnTo>
                  <a:lnTo>
                    <a:pt x="720" y="569"/>
                  </a:lnTo>
                  <a:lnTo>
                    <a:pt x="696" y="646"/>
                  </a:lnTo>
                  <a:lnTo>
                    <a:pt x="676" y="726"/>
                  </a:lnTo>
                  <a:lnTo>
                    <a:pt x="658" y="810"/>
                  </a:lnTo>
                  <a:lnTo>
                    <a:pt x="645" y="898"/>
                  </a:lnTo>
                  <a:close/>
                </a:path>
              </a:pathLst>
            </a:custGeom>
            <a:solidFill>
              <a:srgbClr val="B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"/>
            <p:cNvSpPr/>
            <p:nvPr/>
          </p:nvSpPr>
          <p:spPr>
            <a:xfrm flipH="1">
              <a:off x="3634" y="2104"/>
              <a:ext cx="84" cy="175"/>
            </a:xfrm>
            <a:custGeom>
              <a:rect b="b" l="l" r="r" t="t"/>
              <a:pathLst>
                <a:path extrusionOk="0" h="562" w="216">
                  <a:moveTo>
                    <a:pt x="216" y="0"/>
                  </a:moveTo>
                  <a:lnTo>
                    <a:pt x="213" y="4"/>
                  </a:lnTo>
                  <a:lnTo>
                    <a:pt x="205" y="15"/>
                  </a:lnTo>
                  <a:lnTo>
                    <a:pt x="192" y="34"/>
                  </a:lnTo>
                  <a:lnTo>
                    <a:pt x="177" y="58"/>
                  </a:lnTo>
                  <a:lnTo>
                    <a:pt x="158" y="88"/>
                  </a:lnTo>
                  <a:lnTo>
                    <a:pt x="138" y="122"/>
                  </a:lnTo>
                  <a:lnTo>
                    <a:pt x="117" y="161"/>
                  </a:lnTo>
                  <a:lnTo>
                    <a:pt x="94" y="203"/>
                  </a:lnTo>
                  <a:lnTo>
                    <a:pt x="73" y="246"/>
                  </a:lnTo>
                  <a:lnTo>
                    <a:pt x="53" y="292"/>
                  </a:lnTo>
                  <a:lnTo>
                    <a:pt x="35" y="339"/>
                  </a:lnTo>
                  <a:lnTo>
                    <a:pt x="19" y="385"/>
                  </a:lnTo>
                  <a:lnTo>
                    <a:pt x="8" y="432"/>
                  </a:lnTo>
                  <a:lnTo>
                    <a:pt x="2" y="478"/>
                  </a:lnTo>
                  <a:lnTo>
                    <a:pt x="0" y="521"/>
                  </a:lnTo>
                  <a:lnTo>
                    <a:pt x="5" y="562"/>
                  </a:lnTo>
                  <a:lnTo>
                    <a:pt x="5" y="559"/>
                  </a:lnTo>
                  <a:lnTo>
                    <a:pt x="7" y="550"/>
                  </a:lnTo>
                  <a:lnTo>
                    <a:pt x="9" y="536"/>
                  </a:lnTo>
                  <a:lnTo>
                    <a:pt x="14" y="517"/>
                  </a:lnTo>
                  <a:lnTo>
                    <a:pt x="19" y="493"/>
                  </a:lnTo>
                  <a:lnTo>
                    <a:pt x="26" y="465"/>
                  </a:lnTo>
                  <a:lnTo>
                    <a:pt x="35" y="431"/>
                  </a:lnTo>
                  <a:lnTo>
                    <a:pt x="45" y="395"/>
                  </a:lnTo>
                  <a:lnTo>
                    <a:pt x="59" y="355"/>
                  </a:lnTo>
                  <a:lnTo>
                    <a:pt x="73" y="311"/>
                  </a:lnTo>
                  <a:lnTo>
                    <a:pt x="90" y="265"/>
                  </a:lnTo>
                  <a:lnTo>
                    <a:pt x="110" y="216"/>
                  </a:lnTo>
                  <a:lnTo>
                    <a:pt x="132" y="165"/>
                  </a:lnTo>
                  <a:lnTo>
                    <a:pt x="157" y="111"/>
                  </a:lnTo>
                  <a:lnTo>
                    <a:pt x="185" y="56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"/>
            <p:cNvSpPr/>
            <p:nvPr/>
          </p:nvSpPr>
          <p:spPr>
            <a:xfrm flipH="1">
              <a:off x="3540" y="2232"/>
              <a:ext cx="124" cy="311"/>
            </a:xfrm>
            <a:custGeom>
              <a:rect b="b" l="l" r="r" t="t"/>
              <a:pathLst>
                <a:path extrusionOk="0" h="999" w="320">
                  <a:moveTo>
                    <a:pt x="320" y="0"/>
                  </a:moveTo>
                  <a:lnTo>
                    <a:pt x="317" y="11"/>
                  </a:lnTo>
                  <a:lnTo>
                    <a:pt x="307" y="44"/>
                  </a:lnTo>
                  <a:lnTo>
                    <a:pt x="292" y="93"/>
                  </a:lnTo>
                  <a:lnTo>
                    <a:pt x="272" y="157"/>
                  </a:lnTo>
                  <a:lnTo>
                    <a:pt x="249" y="233"/>
                  </a:lnTo>
                  <a:lnTo>
                    <a:pt x="223" y="317"/>
                  </a:lnTo>
                  <a:lnTo>
                    <a:pt x="195" y="408"/>
                  </a:lnTo>
                  <a:lnTo>
                    <a:pt x="166" y="501"/>
                  </a:lnTo>
                  <a:lnTo>
                    <a:pt x="137" y="594"/>
                  </a:lnTo>
                  <a:lnTo>
                    <a:pt x="108" y="685"/>
                  </a:lnTo>
                  <a:lnTo>
                    <a:pt x="81" y="769"/>
                  </a:lnTo>
                  <a:lnTo>
                    <a:pt x="57" y="845"/>
                  </a:lnTo>
                  <a:lnTo>
                    <a:pt x="36" y="908"/>
                  </a:lnTo>
                  <a:lnTo>
                    <a:pt x="18" y="958"/>
                  </a:lnTo>
                  <a:lnTo>
                    <a:pt x="7" y="989"/>
                  </a:lnTo>
                  <a:lnTo>
                    <a:pt x="0" y="999"/>
                  </a:lnTo>
                  <a:lnTo>
                    <a:pt x="1" y="992"/>
                  </a:lnTo>
                  <a:lnTo>
                    <a:pt x="5" y="971"/>
                  </a:lnTo>
                  <a:lnTo>
                    <a:pt x="13" y="938"/>
                  </a:lnTo>
                  <a:lnTo>
                    <a:pt x="23" y="894"/>
                  </a:lnTo>
                  <a:lnTo>
                    <a:pt x="36" y="841"/>
                  </a:lnTo>
                  <a:lnTo>
                    <a:pt x="50" y="780"/>
                  </a:lnTo>
                  <a:lnTo>
                    <a:pt x="68" y="712"/>
                  </a:lnTo>
                  <a:lnTo>
                    <a:pt x="88" y="637"/>
                  </a:lnTo>
                  <a:lnTo>
                    <a:pt x="110" y="559"/>
                  </a:lnTo>
                  <a:lnTo>
                    <a:pt x="135" y="478"/>
                  </a:lnTo>
                  <a:lnTo>
                    <a:pt x="161" y="395"/>
                  </a:lnTo>
                  <a:lnTo>
                    <a:pt x="190" y="311"/>
                  </a:lnTo>
                  <a:lnTo>
                    <a:pt x="220" y="229"/>
                  </a:lnTo>
                  <a:lnTo>
                    <a:pt x="251" y="149"/>
                  </a:lnTo>
                  <a:lnTo>
                    <a:pt x="284" y="72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"/>
            <p:cNvSpPr/>
            <p:nvPr/>
          </p:nvSpPr>
          <p:spPr>
            <a:xfrm flipH="1">
              <a:off x="3565" y="2135"/>
              <a:ext cx="82" cy="15"/>
            </a:xfrm>
            <a:custGeom>
              <a:rect b="b" l="l" r="r" t="t"/>
              <a:pathLst>
                <a:path extrusionOk="0" h="51" w="216">
                  <a:moveTo>
                    <a:pt x="5" y="16"/>
                  </a:moveTo>
                  <a:lnTo>
                    <a:pt x="5" y="15"/>
                  </a:lnTo>
                  <a:lnTo>
                    <a:pt x="2" y="14"/>
                  </a:lnTo>
                  <a:lnTo>
                    <a:pt x="1" y="12"/>
                  </a:lnTo>
                  <a:lnTo>
                    <a:pt x="0" y="9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1"/>
                  </a:lnTo>
                  <a:lnTo>
                    <a:pt x="11" y="0"/>
                  </a:lnTo>
                  <a:lnTo>
                    <a:pt x="20" y="0"/>
                  </a:lnTo>
                  <a:lnTo>
                    <a:pt x="33" y="1"/>
                  </a:lnTo>
                  <a:lnTo>
                    <a:pt x="50" y="3"/>
                  </a:lnTo>
                  <a:lnTo>
                    <a:pt x="72" y="8"/>
                  </a:lnTo>
                  <a:lnTo>
                    <a:pt x="98" y="14"/>
                  </a:lnTo>
                  <a:lnTo>
                    <a:pt x="131" y="23"/>
                  </a:lnTo>
                  <a:lnTo>
                    <a:pt x="170" y="35"/>
                  </a:lnTo>
                  <a:lnTo>
                    <a:pt x="216" y="51"/>
                  </a:lnTo>
                  <a:lnTo>
                    <a:pt x="5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00" name="Google Shape;400;p1"/>
          <p:cNvGraphicFramePr/>
          <p:nvPr/>
        </p:nvGraphicFramePr>
        <p:xfrm>
          <a:off x="7308850" y="1844675"/>
          <a:ext cx="847725" cy="2952750"/>
        </p:xfrm>
        <a:graphic>
          <a:graphicData uri="http://schemas.openxmlformats.org/presentationml/2006/ole">
            <mc:AlternateContent>
              <mc:Choice Requires="v">
                <p:oleObj r:id="rId13" imgH="2952750" imgW="847725" progId="Visio.Drawing.11" spid="_x0000_s4">
                  <p:embed/>
                </p:oleObj>
              </mc:Choice>
              <mc:Fallback>
                <p:oleObj r:id="rId14" imgH="2952750" imgW="847725" progId="Visio.Drawing.11">
                  <p:embed/>
                  <p:pic>
                    <p:nvPicPr>
                      <p:cNvPr id="400" name="Google Shape;400;p1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08850" y="1844675"/>
                        <a:ext cx="847725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2"/>
          <p:cNvGrpSpPr/>
          <p:nvPr/>
        </p:nvGrpSpPr>
        <p:grpSpPr>
          <a:xfrm>
            <a:off x="2222500" y="3476625"/>
            <a:ext cx="506412" cy="771525"/>
            <a:chOff x="748" y="2205"/>
            <a:chExt cx="319" cy="486"/>
          </a:xfrm>
        </p:grpSpPr>
        <p:graphicFrame>
          <p:nvGraphicFramePr>
            <p:cNvPr id="406" name="Google Shape;406;p2"/>
            <p:cNvGraphicFramePr/>
            <p:nvPr/>
          </p:nvGraphicFramePr>
          <p:xfrm>
            <a:off x="748" y="2205"/>
            <a:ext cx="319" cy="486"/>
          </p:xfrm>
          <a:graphic>
            <a:graphicData uri="http://schemas.openxmlformats.org/presentationml/2006/ole">
              <mc:AlternateContent>
                <mc:Choice Requires="v">
                  <p:oleObj r:id="rId4" imgH="486" imgW="319" progId="Visio.Drawing.11" spid="_x0000_s1">
                    <p:embed/>
                  </p:oleObj>
                </mc:Choice>
                <mc:Fallback>
                  <p:oleObj r:id="rId5" imgH="486" imgW="319" progId="Visio.Drawing.11">
                    <p:embed/>
                    <p:pic>
                      <p:nvPicPr>
                        <p:cNvPr id="406" name="Google Shape;406;p2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748" y="2205"/>
                          <a:ext cx="319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7" name="Google Shape;407;p2"/>
            <p:cNvSpPr/>
            <p:nvPr/>
          </p:nvSpPr>
          <p:spPr>
            <a:xfrm>
              <a:off x="839" y="2205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3299" id="408" name="Google Shape;40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87675" y="5589587"/>
            <a:ext cx="784225" cy="78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9" name="Google Shape;409;p2"/>
          <p:cNvGraphicFramePr/>
          <p:nvPr/>
        </p:nvGraphicFramePr>
        <p:xfrm>
          <a:off x="1619250" y="4652962"/>
          <a:ext cx="512762" cy="835025"/>
        </p:xfrm>
        <a:graphic>
          <a:graphicData uri="http://schemas.openxmlformats.org/presentationml/2006/ole">
            <mc:AlternateContent>
              <mc:Choice Requires="v">
                <p:oleObj r:id="rId8" imgH="835025" imgW="512762" progId="Visio.Drawing.11" spid="_x0000_s2">
                  <p:embed/>
                </p:oleObj>
              </mc:Choice>
              <mc:Fallback>
                <p:oleObj r:id="rId9" imgH="835025" imgW="512762" progId="Visio.Drawing.11">
                  <p:embed/>
                  <p:pic>
                    <p:nvPicPr>
                      <p:cNvPr id="409" name="Google Shape;409;p2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19250" y="4652962"/>
                        <a:ext cx="51276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" name="Google Shape;410;p2"/>
          <p:cNvSpPr/>
          <p:nvPr/>
        </p:nvSpPr>
        <p:spPr>
          <a:xfrm>
            <a:off x="4067175" y="2060575"/>
            <a:ext cx="3924300" cy="3097212"/>
          </a:xfrm>
          <a:custGeom>
            <a:rect b="b" l="l" r="r" t="t"/>
            <a:pathLst>
              <a:path extrusionOk="0" h="21600" w="2160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extrusionOk="0" fill="none" h="21600" w="2160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extrusionOk="0" fill="none" h="21600" w="2160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extrusionOk="0" fill="none" h="21600" w="2160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extrusionOk="0" fill="none" h="21600" w="2160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extrusionOk="0" fill="none" h="21600" w="2160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extrusionOk="0" fill="none" h="21600" w="2160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extrusionOk="0" fill="none" h="21600" w="2160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extrusionOk="0" fill="none" h="21600" w="2160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extrusionOk="0" fill="none" h="21600" w="2160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extrusionOk="0" fill="none" h="21600" w="2160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extrusionOk="0" fill="none" h="21600" w="2160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FFCC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  <a:effectLst>
            <a:outerShdw blurRad="63500" dir="2700000" dist="107763">
              <a:srgbClr val="808080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1" name="Google Shape;411;p2"/>
          <p:cNvGraphicFramePr/>
          <p:nvPr/>
        </p:nvGraphicFramePr>
        <p:xfrm>
          <a:off x="3132137" y="1628775"/>
          <a:ext cx="741362" cy="965200"/>
        </p:xfrm>
        <a:graphic>
          <a:graphicData uri="http://schemas.openxmlformats.org/presentationml/2006/ole">
            <mc:AlternateContent>
              <mc:Choice Requires="v">
                <p:oleObj r:id="rId11" imgH="965200" imgW="741362" progId="Visio.Drawing.11" spid="_x0000_s3">
                  <p:embed/>
                </p:oleObj>
              </mc:Choice>
              <mc:Fallback>
                <p:oleObj r:id="rId12" imgH="965200" imgW="741362" progId="Visio.Drawing.11">
                  <p:embed/>
                  <p:pic>
                    <p:nvPicPr>
                      <p:cNvPr id="411" name="Google Shape;411;p2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1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132137" y="1628775"/>
                        <a:ext cx="74136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個人電腦</a:t>
            </a:r>
            <a:endParaRPr/>
          </a:p>
        </p:txBody>
      </p:sp>
      <p:graphicFrame>
        <p:nvGraphicFramePr>
          <p:cNvPr id="417" name="Google Shape;417;p3"/>
          <p:cNvGraphicFramePr/>
          <p:nvPr/>
        </p:nvGraphicFramePr>
        <p:xfrm>
          <a:off x="684212" y="2133600"/>
          <a:ext cx="1441450" cy="1330325"/>
        </p:xfrm>
        <a:graphic>
          <a:graphicData uri="http://schemas.openxmlformats.org/presentationml/2006/ole">
            <mc:AlternateContent>
              <mc:Choice Requires="v">
                <p:oleObj r:id="rId4" imgH="1330325" imgW="1441450" progId="Visio.Drawing.11" spid="_x0000_s1">
                  <p:embed/>
                </p:oleObj>
              </mc:Choice>
              <mc:Fallback>
                <p:oleObj r:id="rId5" imgH="1330325" imgW="1441450" progId="Visio.Drawing.11">
                  <p:embed/>
                  <p:pic>
                    <p:nvPicPr>
                      <p:cNvPr id="417" name="Google Shape;417;p3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4212" y="2133600"/>
                        <a:ext cx="144145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" name="Google Shape;418;p3"/>
          <p:cNvGraphicFramePr/>
          <p:nvPr/>
        </p:nvGraphicFramePr>
        <p:xfrm>
          <a:off x="4932362" y="1989137"/>
          <a:ext cx="1489075" cy="1433512"/>
        </p:xfrm>
        <a:graphic>
          <a:graphicData uri="http://schemas.openxmlformats.org/presentationml/2006/ole">
            <mc:AlternateContent>
              <mc:Choice Requires="v">
                <p:oleObj r:id="rId7" imgH="1433512" imgW="1489075" progId="Visio.Drawing.11" spid="_x0000_s2">
                  <p:embed/>
                </p:oleObj>
              </mc:Choice>
              <mc:Fallback>
                <p:oleObj r:id="rId8" imgH="1433512" imgW="1489075" progId="Visio.Drawing.11">
                  <p:embed/>
                  <p:pic>
                    <p:nvPicPr>
                      <p:cNvPr id="418" name="Google Shape;418;p3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32362" y="1989137"/>
                        <a:ext cx="1489075" cy="143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" name="Google Shape;419;p3"/>
          <p:cNvGraphicFramePr/>
          <p:nvPr/>
        </p:nvGraphicFramePr>
        <p:xfrm>
          <a:off x="2700337" y="2133600"/>
          <a:ext cx="1377950" cy="1282700"/>
        </p:xfrm>
        <a:graphic>
          <a:graphicData uri="http://schemas.openxmlformats.org/presentationml/2006/ole">
            <mc:AlternateContent>
              <mc:Choice Requires="v">
                <p:oleObj r:id="rId10" imgH="1282700" imgW="1377950" progId="Visio.Drawing.11" spid="_x0000_s3">
                  <p:embed/>
                </p:oleObj>
              </mc:Choice>
              <mc:Fallback>
                <p:oleObj r:id="rId11" imgH="1282700" imgW="1377950" progId="Visio.Drawing.11">
                  <p:embed/>
                  <p:pic>
                    <p:nvPicPr>
                      <p:cNvPr id="419" name="Google Shape;419;p3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00337" y="2133600"/>
                        <a:ext cx="137795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" name="Google Shape;420;p3"/>
          <p:cNvGraphicFramePr/>
          <p:nvPr/>
        </p:nvGraphicFramePr>
        <p:xfrm>
          <a:off x="4932362" y="3933825"/>
          <a:ext cx="1022350" cy="1223962"/>
        </p:xfrm>
        <a:graphic>
          <a:graphicData uri="http://schemas.openxmlformats.org/presentationml/2006/ole">
            <mc:AlternateContent>
              <mc:Choice Requires="v">
                <p:oleObj r:id="rId13" imgH="1223962" imgW="1022350" progId="Visio.Drawing.11" spid="_x0000_s4">
                  <p:embed/>
                </p:oleObj>
              </mc:Choice>
              <mc:Fallback>
                <p:oleObj r:id="rId14" imgH="1223962" imgW="1022350" progId="Visio.Drawing.11">
                  <p:embed/>
                  <p:pic>
                    <p:nvPicPr>
                      <p:cNvPr id="420" name="Google Shape;420;p3"/>
                      <p:cNvPicPr preferRelativeResize="0"/>
                      <p:nvPr>
                        <p:ph idx="4" type="body"/>
                      </p:nvPr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32362" y="3933825"/>
                        <a:ext cx="1022350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" name="Google Shape;421;p3"/>
          <p:cNvGraphicFramePr/>
          <p:nvPr/>
        </p:nvGraphicFramePr>
        <p:xfrm>
          <a:off x="3059112" y="4005262"/>
          <a:ext cx="850900" cy="1296987"/>
        </p:xfrm>
        <a:graphic>
          <a:graphicData uri="http://schemas.openxmlformats.org/presentationml/2006/ole">
            <mc:AlternateContent>
              <mc:Choice Requires="v">
                <p:oleObj r:id="rId16" imgH="1296987" imgW="850900" progId="Visio.Drawing.11" spid="_x0000_s5">
                  <p:embed/>
                </p:oleObj>
              </mc:Choice>
              <mc:Fallback>
                <p:oleObj r:id="rId17" imgH="1296987" imgW="850900" progId="Visio.Drawing.11">
                  <p:embed/>
                  <p:pic>
                    <p:nvPicPr>
                      <p:cNvPr id="421" name="Google Shape;421;p3"/>
                      <p:cNvPicPr preferRelativeResize="0"/>
                      <p:nvPr/>
                    </p:nvPicPr>
                    <p:blipFill rotWithShape="1">
                      <a:blip r:embed="rId1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059112" y="4005262"/>
                        <a:ext cx="850900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" name="Google Shape;422;p3"/>
          <p:cNvGraphicFramePr/>
          <p:nvPr/>
        </p:nvGraphicFramePr>
        <p:xfrm>
          <a:off x="6948487" y="1989137"/>
          <a:ext cx="1512887" cy="1431925"/>
        </p:xfrm>
        <a:graphic>
          <a:graphicData uri="http://schemas.openxmlformats.org/presentationml/2006/ole">
            <mc:AlternateContent>
              <mc:Choice Requires="v">
                <p:oleObj r:id="rId19" imgH="1431925" imgW="1512887" progId="Visio.Drawing.11" spid="_x0000_s6">
                  <p:embed/>
                </p:oleObj>
              </mc:Choice>
              <mc:Fallback>
                <p:oleObj r:id="rId20" imgH="1431925" imgW="1512887" progId="Visio.Drawing.11">
                  <p:embed/>
                  <p:pic>
                    <p:nvPicPr>
                      <p:cNvPr id="422" name="Google Shape;422;p3"/>
                      <p:cNvPicPr preferRelativeResize="0"/>
                      <p:nvPr/>
                    </p:nvPicPr>
                    <p:blipFill rotWithShape="1">
                      <a:blip r:embed="rId2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948487" y="1989137"/>
                        <a:ext cx="1512887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" name="Google Shape;423;p3"/>
          <p:cNvGraphicFramePr/>
          <p:nvPr/>
        </p:nvGraphicFramePr>
        <p:xfrm>
          <a:off x="4067175" y="5229225"/>
          <a:ext cx="1036637" cy="1235075"/>
        </p:xfrm>
        <a:graphic>
          <a:graphicData uri="http://schemas.openxmlformats.org/presentationml/2006/ole">
            <mc:AlternateContent>
              <mc:Choice Requires="v">
                <p:oleObj r:id="rId22" imgH="1235075" imgW="1036637" progId="Visio.Drawing.11" spid="_x0000_s7">
                  <p:embed/>
                </p:oleObj>
              </mc:Choice>
              <mc:Fallback>
                <p:oleObj r:id="rId23" imgH="1235075" imgW="1036637" progId="Visio.Drawing.11">
                  <p:embed/>
                  <p:pic>
                    <p:nvPicPr>
                      <p:cNvPr id="423" name="Google Shape;423;p3"/>
                      <p:cNvPicPr preferRelativeResize="0"/>
                      <p:nvPr/>
                    </p:nvPicPr>
                    <p:blipFill rotWithShape="1">
                      <a:blip r:embed="rId24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067175" y="5229225"/>
                        <a:ext cx="1036637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" name="Google Shape;424;p3"/>
          <p:cNvGraphicFramePr/>
          <p:nvPr/>
        </p:nvGraphicFramePr>
        <p:xfrm>
          <a:off x="611187" y="3933825"/>
          <a:ext cx="1512887" cy="1406525"/>
        </p:xfrm>
        <a:graphic>
          <a:graphicData uri="http://schemas.openxmlformats.org/presentationml/2006/ole">
            <mc:AlternateContent>
              <mc:Choice Requires="v">
                <p:oleObj r:id="rId25" imgH="1406525" imgW="1512887" progId="Visio.Drawing.11" spid="_x0000_s8">
                  <p:embed/>
                </p:oleObj>
              </mc:Choice>
              <mc:Fallback>
                <p:oleObj r:id="rId26" imgH="1406525" imgW="1512887" progId="Visio.Drawing.11">
                  <p:embed/>
                  <p:pic>
                    <p:nvPicPr>
                      <p:cNvPr id="424" name="Google Shape;424;p3"/>
                      <p:cNvPicPr preferRelativeResize="0"/>
                      <p:nvPr/>
                    </p:nvPicPr>
                    <p:blipFill rotWithShape="1">
                      <a:blip r:embed="rId2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11187" y="3933825"/>
                        <a:ext cx="1512887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" name="Google Shape;425;p3"/>
          <p:cNvGraphicFramePr/>
          <p:nvPr/>
        </p:nvGraphicFramePr>
        <p:xfrm>
          <a:off x="6372225" y="5272087"/>
          <a:ext cx="1285875" cy="1157287"/>
        </p:xfrm>
        <a:graphic>
          <a:graphicData uri="http://schemas.openxmlformats.org/presentationml/2006/ole">
            <mc:AlternateContent>
              <mc:Choice Requires="v">
                <p:oleObj r:id="rId28" imgH="1157287" imgW="1285875" progId="Visio.Drawing.11" spid="_x0000_s9">
                  <p:embed/>
                </p:oleObj>
              </mc:Choice>
              <mc:Fallback>
                <p:oleObj r:id="rId29" imgH="1157287" imgW="1285875" progId="Visio.Drawing.11">
                  <p:embed/>
                  <p:pic>
                    <p:nvPicPr>
                      <p:cNvPr id="425" name="Google Shape;425;p3"/>
                      <p:cNvPicPr preferRelativeResize="0"/>
                      <p:nvPr/>
                    </p:nvPicPr>
                    <p:blipFill rotWithShape="1">
                      <a:blip r:embed="rId3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372225" y="5272087"/>
                        <a:ext cx="1285875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網路</a:t>
            </a:r>
            <a:endParaRPr/>
          </a:p>
        </p:txBody>
      </p:sp>
      <p:graphicFrame>
        <p:nvGraphicFramePr>
          <p:cNvPr id="431" name="Google Shape;431;p4"/>
          <p:cNvGraphicFramePr/>
          <p:nvPr/>
        </p:nvGraphicFramePr>
        <p:xfrm>
          <a:off x="3563937" y="3141662"/>
          <a:ext cx="2106612" cy="1697037"/>
        </p:xfrm>
        <a:graphic>
          <a:graphicData uri="http://schemas.openxmlformats.org/presentationml/2006/ole">
            <mc:AlternateContent>
              <mc:Choice Requires="v">
                <p:oleObj r:id="rId4" imgH="1697037" imgW="2106612" progId="Visio.Drawing.11" spid="_x0000_s1">
                  <p:embed/>
                </p:oleObj>
              </mc:Choice>
              <mc:Fallback>
                <p:oleObj r:id="rId5" imgH="1697037" imgW="2106612" progId="Visio.Drawing.11">
                  <p:embed/>
                  <p:pic>
                    <p:nvPicPr>
                      <p:cNvPr id="431" name="Google Shape;431;p4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563937" y="3141662"/>
                        <a:ext cx="2106612" cy="169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" name="Google Shape;432;p4"/>
          <p:cNvGraphicFramePr/>
          <p:nvPr/>
        </p:nvGraphicFramePr>
        <p:xfrm>
          <a:off x="6156325" y="3357562"/>
          <a:ext cx="2424112" cy="1162050"/>
        </p:xfrm>
        <a:graphic>
          <a:graphicData uri="http://schemas.openxmlformats.org/presentationml/2006/ole">
            <mc:AlternateContent>
              <mc:Choice Requires="v">
                <p:oleObj r:id="rId7" imgH="1162050" imgW="2424112" progId="Visio.Drawing.11" spid="_x0000_s2">
                  <p:embed/>
                </p:oleObj>
              </mc:Choice>
              <mc:Fallback>
                <p:oleObj r:id="rId8" imgH="1162050" imgW="2424112" progId="Visio.Drawing.11">
                  <p:embed/>
                  <p:pic>
                    <p:nvPicPr>
                      <p:cNvPr id="432" name="Google Shape;432;p4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156325" y="3357562"/>
                        <a:ext cx="2424112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" name="Google Shape;433;p4"/>
          <p:cNvGraphicFramePr/>
          <p:nvPr/>
        </p:nvGraphicFramePr>
        <p:xfrm>
          <a:off x="684212" y="3068637"/>
          <a:ext cx="2305050" cy="1836737"/>
        </p:xfrm>
        <a:graphic>
          <a:graphicData uri="http://schemas.openxmlformats.org/presentationml/2006/ole">
            <mc:AlternateContent>
              <mc:Choice Requires="v">
                <p:oleObj r:id="rId10" imgH="1836737" imgW="2305050" progId="Visio.Drawing.11" spid="_x0000_s3">
                  <p:embed/>
                </p:oleObj>
              </mc:Choice>
              <mc:Fallback>
                <p:oleObj r:id="rId11" imgH="1836737" imgW="2305050" progId="Visio.Drawing.11">
                  <p:embed/>
                  <p:pic>
                    <p:nvPicPr>
                      <p:cNvPr id="433" name="Google Shape;433;p4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4212" y="3068637"/>
                        <a:ext cx="2305050" cy="183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伺服器</a:t>
            </a:r>
            <a:endParaRPr/>
          </a:p>
        </p:txBody>
      </p:sp>
      <p:graphicFrame>
        <p:nvGraphicFramePr>
          <p:cNvPr id="439" name="Google Shape;439;p5"/>
          <p:cNvGraphicFramePr/>
          <p:nvPr/>
        </p:nvGraphicFramePr>
        <p:xfrm>
          <a:off x="684212" y="1916112"/>
          <a:ext cx="1519237" cy="1943100"/>
        </p:xfrm>
        <a:graphic>
          <a:graphicData uri="http://schemas.openxmlformats.org/presentationml/2006/ole">
            <mc:AlternateContent>
              <mc:Choice Requires="v">
                <p:oleObj r:id="rId4" imgH="1943100" imgW="1519237" progId="Visio.Drawing.11" spid="_x0000_s1">
                  <p:embed/>
                </p:oleObj>
              </mc:Choice>
              <mc:Fallback>
                <p:oleObj r:id="rId5" imgH="1943100" imgW="1519237" progId="Visio.Drawing.11">
                  <p:embed/>
                  <p:pic>
                    <p:nvPicPr>
                      <p:cNvPr id="439" name="Google Shape;439;p5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4212" y="1916112"/>
                        <a:ext cx="1519237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" name="Google Shape;440;p5"/>
          <p:cNvGraphicFramePr/>
          <p:nvPr/>
        </p:nvGraphicFramePr>
        <p:xfrm>
          <a:off x="539750" y="4365625"/>
          <a:ext cx="1377950" cy="1873250"/>
        </p:xfrm>
        <a:graphic>
          <a:graphicData uri="http://schemas.openxmlformats.org/presentationml/2006/ole">
            <mc:AlternateContent>
              <mc:Choice Requires="v">
                <p:oleObj r:id="rId7" imgH="1873250" imgW="1377950" progId="Visio.Drawing.11" spid="_x0000_s2">
                  <p:embed/>
                </p:oleObj>
              </mc:Choice>
              <mc:Fallback>
                <p:oleObj r:id="rId8" imgH="1873250" imgW="1377950" progId="Visio.Drawing.11">
                  <p:embed/>
                  <p:pic>
                    <p:nvPicPr>
                      <p:cNvPr id="440" name="Google Shape;440;p5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9750" y="4365625"/>
                        <a:ext cx="1377950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" name="Google Shape;441;p5"/>
          <p:cNvGraphicFramePr/>
          <p:nvPr/>
        </p:nvGraphicFramePr>
        <p:xfrm>
          <a:off x="2339975" y="3500437"/>
          <a:ext cx="1168400" cy="1655762"/>
        </p:xfrm>
        <a:graphic>
          <a:graphicData uri="http://schemas.openxmlformats.org/presentationml/2006/ole">
            <mc:AlternateContent>
              <mc:Choice Requires="v">
                <p:oleObj r:id="rId10" imgH="1655762" imgW="1168400" progId="Visio.Drawing.11" spid="_x0000_s3">
                  <p:embed/>
                </p:oleObj>
              </mc:Choice>
              <mc:Fallback>
                <p:oleObj r:id="rId11" imgH="1655762" imgW="1168400" progId="Visio.Drawing.11">
                  <p:embed/>
                  <p:pic>
                    <p:nvPicPr>
                      <p:cNvPr id="441" name="Google Shape;441;p5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339975" y="3500437"/>
                        <a:ext cx="11684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" name="Google Shape;442;p5"/>
          <p:cNvGraphicFramePr/>
          <p:nvPr/>
        </p:nvGraphicFramePr>
        <p:xfrm>
          <a:off x="7380287" y="4508500"/>
          <a:ext cx="1419225" cy="2024062"/>
        </p:xfrm>
        <a:graphic>
          <a:graphicData uri="http://schemas.openxmlformats.org/presentationml/2006/ole">
            <mc:AlternateContent>
              <mc:Choice Requires="v">
                <p:oleObj r:id="rId13" imgH="2024062" imgW="1419225" progId="Visio.Drawing.11" spid="_x0000_s4">
                  <p:embed/>
                </p:oleObj>
              </mc:Choice>
              <mc:Fallback>
                <p:oleObj r:id="rId14" imgH="2024062" imgW="1419225" progId="Visio.Drawing.11">
                  <p:embed/>
                  <p:pic>
                    <p:nvPicPr>
                      <p:cNvPr id="442" name="Google Shape;442;p5"/>
                      <p:cNvPicPr preferRelativeResize="0"/>
                      <p:nvPr>
                        <p:ph idx="4" type="body"/>
                      </p:nvPr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80287" y="4508500"/>
                        <a:ext cx="1419225" cy="202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" name="Google Shape;443;p5"/>
          <p:cNvGraphicFramePr/>
          <p:nvPr/>
        </p:nvGraphicFramePr>
        <p:xfrm>
          <a:off x="7380287" y="1844675"/>
          <a:ext cx="1504950" cy="2141537"/>
        </p:xfrm>
        <a:graphic>
          <a:graphicData uri="http://schemas.openxmlformats.org/presentationml/2006/ole">
            <mc:AlternateContent>
              <mc:Choice Requires="v">
                <p:oleObj r:id="rId16" imgH="2141537" imgW="1504950" progId="Visio.Drawing.11" spid="_x0000_s5">
                  <p:embed/>
                </p:oleObj>
              </mc:Choice>
              <mc:Fallback>
                <p:oleObj r:id="rId17" imgH="2141537" imgW="1504950" progId="Visio.Drawing.11">
                  <p:embed/>
                  <p:pic>
                    <p:nvPicPr>
                      <p:cNvPr id="443" name="Google Shape;443;p5"/>
                      <p:cNvPicPr preferRelativeResize="0"/>
                      <p:nvPr/>
                    </p:nvPicPr>
                    <p:blipFill rotWithShape="1">
                      <a:blip r:embed="rId1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80287" y="1844675"/>
                        <a:ext cx="1504950" cy="214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" name="Google Shape;444;p5"/>
          <p:cNvGraphicFramePr/>
          <p:nvPr/>
        </p:nvGraphicFramePr>
        <p:xfrm>
          <a:off x="5724525" y="4508500"/>
          <a:ext cx="1355725" cy="1800225"/>
        </p:xfrm>
        <a:graphic>
          <a:graphicData uri="http://schemas.openxmlformats.org/presentationml/2006/ole">
            <mc:AlternateContent>
              <mc:Choice Requires="v">
                <p:oleObj r:id="rId19" imgH="1800225" imgW="1355725" progId="Visio.Drawing.11" spid="_x0000_s6">
                  <p:embed/>
                </p:oleObj>
              </mc:Choice>
              <mc:Fallback>
                <p:oleObj r:id="rId20" imgH="1800225" imgW="1355725" progId="Visio.Drawing.11">
                  <p:embed/>
                  <p:pic>
                    <p:nvPicPr>
                      <p:cNvPr id="444" name="Google Shape;444;p5"/>
                      <p:cNvPicPr preferRelativeResize="0"/>
                      <p:nvPr/>
                    </p:nvPicPr>
                    <p:blipFill rotWithShape="1">
                      <a:blip r:embed="rId2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724525" y="4508500"/>
                        <a:ext cx="135572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" name="Google Shape;445;p5"/>
          <p:cNvGraphicFramePr/>
          <p:nvPr/>
        </p:nvGraphicFramePr>
        <p:xfrm>
          <a:off x="3995737" y="1916112"/>
          <a:ext cx="1470025" cy="1871662"/>
        </p:xfrm>
        <a:graphic>
          <a:graphicData uri="http://schemas.openxmlformats.org/presentationml/2006/ole">
            <mc:AlternateContent>
              <mc:Choice Requires="v">
                <p:oleObj r:id="rId22" imgH="1871662" imgW="1470025" progId="Visio.Drawing.11" spid="_x0000_s7">
                  <p:embed/>
                </p:oleObj>
              </mc:Choice>
              <mc:Fallback>
                <p:oleObj r:id="rId23" imgH="1871662" imgW="1470025" progId="Visio.Drawing.11">
                  <p:embed/>
                  <p:pic>
                    <p:nvPicPr>
                      <p:cNvPr id="445" name="Google Shape;445;p5"/>
                      <p:cNvPicPr preferRelativeResize="0"/>
                      <p:nvPr/>
                    </p:nvPicPr>
                    <p:blipFill rotWithShape="1">
                      <a:blip r:embed="rId24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995737" y="1916112"/>
                        <a:ext cx="1470025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" name="Google Shape;446;p5"/>
          <p:cNvGraphicFramePr/>
          <p:nvPr/>
        </p:nvGraphicFramePr>
        <p:xfrm>
          <a:off x="3995737" y="4508500"/>
          <a:ext cx="1414462" cy="1800225"/>
        </p:xfrm>
        <a:graphic>
          <a:graphicData uri="http://schemas.openxmlformats.org/presentationml/2006/ole">
            <mc:AlternateContent>
              <mc:Choice Requires="v">
                <p:oleObj r:id="rId25" imgH="1800225" imgW="1414462" progId="Visio.Drawing.11" spid="_x0000_s8">
                  <p:embed/>
                </p:oleObj>
              </mc:Choice>
              <mc:Fallback>
                <p:oleObj r:id="rId26" imgH="1800225" imgW="1414462" progId="Visio.Drawing.11">
                  <p:embed/>
                  <p:pic>
                    <p:nvPicPr>
                      <p:cNvPr id="446" name="Google Shape;446;p5"/>
                      <p:cNvPicPr preferRelativeResize="0"/>
                      <p:nvPr/>
                    </p:nvPicPr>
                    <p:blipFill rotWithShape="1">
                      <a:blip r:embed="rId2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995737" y="4508500"/>
                        <a:ext cx="1414462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" name="Google Shape;447;p5"/>
          <p:cNvGraphicFramePr/>
          <p:nvPr/>
        </p:nvGraphicFramePr>
        <p:xfrm>
          <a:off x="5724525" y="1916112"/>
          <a:ext cx="1350962" cy="1944687"/>
        </p:xfrm>
        <a:graphic>
          <a:graphicData uri="http://schemas.openxmlformats.org/presentationml/2006/ole">
            <mc:AlternateContent>
              <mc:Choice Requires="v">
                <p:oleObj r:id="rId28" imgH="1944687" imgW="1350962" progId="Visio.Drawing.11" spid="_x0000_s9">
                  <p:embed/>
                </p:oleObj>
              </mc:Choice>
              <mc:Fallback>
                <p:oleObj r:id="rId29" imgH="1944687" imgW="1350962" progId="Visio.Drawing.11">
                  <p:embed/>
                  <p:pic>
                    <p:nvPicPr>
                      <p:cNvPr id="447" name="Google Shape;447;p5"/>
                      <p:cNvPicPr preferRelativeResize="0"/>
                      <p:nvPr/>
                    </p:nvPicPr>
                    <p:blipFill rotWithShape="1">
                      <a:blip r:embed="rId3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724525" y="1916112"/>
                        <a:ext cx="1350962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通訊設備</a:t>
            </a:r>
            <a:endParaRPr/>
          </a:p>
        </p:txBody>
      </p:sp>
      <p:graphicFrame>
        <p:nvGraphicFramePr>
          <p:cNvPr id="453" name="Google Shape;453;p6"/>
          <p:cNvGraphicFramePr/>
          <p:nvPr/>
        </p:nvGraphicFramePr>
        <p:xfrm>
          <a:off x="684212" y="2852737"/>
          <a:ext cx="2016125" cy="1903412"/>
        </p:xfrm>
        <a:graphic>
          <a:graphicData uri="http://schemas.openxmlformats.org/presentationml/2006/ole">
            <mc:AlternateContent>
              <mc:Choice Requires="v">
                <p:oleObj r:id="rId4" imgH="1903412" imgW="2016125" progId="Visio.Drawing.11" spid="_x0000_s1">
                  <p:embed/>
                </p:oleObj>
              </mc:Choice>
              <mc:Fallback>
                <p:oleObj r:id="rId5" imgH="1903412" imgW="2016125" progId="Visio.Drawing.11">
                  <p:embed/>
                  <p:pic>
                    <p:nvPicPr>
                      <p:cNvPr id="453" name="Google Shape;453;p6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4212" y="2852737"/>
                        <a:ext cx="2016125" cy="190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4" name="Google Shape;454;p6"/>
          <p:cNvGraphicFramePr/>
          <p:nvPr/>
        </p:nvGraphicFramePr>
        <p:xfrm>
          <a:off x="4067175" y="2708275"/>
          <a:ext cx="1238250" cy="2016125"/>
        </p:xfrm>
        <a:graphic>
          <a:graphicData uri="http://schemas.openxmlformats.org/presentationml/2006/ole">
            <mc:AlternateContent>
              <mc:Choice Requires="v">
                <p:oleObj r:id="rId7" imgH="2016125" imgW="1238250" progId="Visio.Drawing.11" spid="_x0000_s2">
                  <p:embed/>
                </p:oleObj>
              </mc:Choice>
              <mc:Fallback>
                <p:oleObj r:id="rId8" imgH="2016125" imgW="1238250" progId="Visio.Drawing.11">
                  <p:embed/>
                  <p:pic>
                    <p:nvPicPr>
                      <p:cNvPr id="454" name="Google Shape;454;p6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067175" y="2708275"/>
                        <a:ext cx="1238250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5" name="Google Shape;455;p6"/>
          <p:cNvGraphicFramePr/>
          <p:nvPr/>
        </p:nvGraphicFramePr>
        <p:xfrm>
          <a:off x="6659562" y="2924175"/>
          <a:ext cx="1724025" cy="1728787"/>
        </p:xfrm>
        <a:graphic>
          <a:graphicData uri="http://schemas.openxmlformats.org/presentationml/2006/ole">
            <mc:AlternateContent>
              <mc:Choice Requires="v">
                <p:oleObj r:id="rId10" imgH="1728787" imgW="1724025" progId="Visio.Drawing.11" spid="_x0000_s3">
                  <p:embed/>
                </p:oleObj>
              </mc:Choice>
              <mc:Fallback>
                <p:oleObj r:id="rId11" imgH="1728787" imgW="1724025" progId="Visio.Drawing.11">
                  <p:embed/>
                  <p:pic>
                    <p:nvPicPr>
                      <p:cNvPr id="455" name="Google Shape;455;p6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659562" y="2924175"/>
                        <a:ext cx="1724025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週邊設備</a:t>
            </a:r>
            <a:endParaRPr/>
          </a:p>
        </p:txBody>
      </p:sp>
      <p:graphicFrame>
        <p:nvGraphicFramePr>
          <p:cNvPr id="461" name="Google Shape;461;p7"/>
          <p:cNvGraphicFramePr/>
          <p:nvPr/>
        </p:nvGraphicFramePr>
        <p:xfrm>
          <a:off x="755650" y="2205037"/>
          <a:ext cx="1295400" cy="1290637"/>
        </p:xfrm>
        <a:graphic>
          <a:graphicData uri="http://schemas.openxmlformats.org/presentationml/2006/ole">
            <mc:AlternateContent>
              <mc:Choice Requires="v">
                <p:oleObj r:id="rId4" imgH="1290637" imgW="1295400" progId="Visio.Drawing.11" spid="_x0000_s1">
                  <p:embed/>
                </p:oleObj>
              </mc:Choice>
              <mc:Fallback>
                <p:oleObj r:id="rId5" imgH="1290637" imgW="1295400" progId="Visio.Drawing.11">
                  <p:embed/>
                  <p:pic>
                    <p:nvPicPr>
                      <p:cNvPr id="461" name="Google Shape;461;p7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55650" y="2205037"/>
                        <a:ext cx="12954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" name="Google Shape;462;p7"/>
          <p:cNvGraphicFramePr/>
          <p:nvPr/>
        </p:nvGraphicFramePr>
        <p:xfrm>
          <a:off x="6948487" y="2276475"/>
          <a:ext cx="1390650" cy="1368425"/>
        </p:xfrm>
        <a:graphic>
          <a:graphicData uri="http://schemas.openxmlformats.org/presentationml/2006/ole">
            <mc:AlternateContent>
              <mc:Choice Requires="v">
                <p:oleObj r:id="rId7" imgH="1368425" imgW="1390650" progId="Visio.Drawing.11" spid="_x0000_s2">
                  <p:embed/>
                </p:oleObj>
              </mc:Choice>
              <mc:Fallback>
                <p:oleObj r:id="rId8" imgH="1368425" imgW="1390650" progId="Visio.Drawing.11">
                  <p:embed/>
                  <p:pic>
                    <p:nvPicPr>
                      <p:cNvPr id="462" name="Google Shape;462;p7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948487" y="2276475"/>
                        <a:ext cx="139065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" name="Google Shape;463;p7"/>
          <p:cNvGraphicFramePr/>
          <p:nvPr/>
        </p:nvGraphicFramePr>
        <p:xfrm>
          <a:off x="755650" y="4581525"/>
          <a:ext cx="1714500" cy="1323975"/>
        </p:xfrm>
        <a:graphic>
          <a:graphicData uri="http://schemas.openxmlformats.org/presentationml/2006/ole">
            <mc:AlternateContent>
              <mc:Choice Requires="v">
                <p:oleObj r:id="rId10" imgH="1323975" imgW="1714500" progId="Visio.Drawing.11" spid="_x0000_s3">
                  <p:embed/>
                </p:oleObj>
              </mc:Choice>
              <mc:Fallback>
                <p:oleObj r:id="rId11" imgH="1323975" imgW="1714500" progId="Visio.Drawing.11">
                  <p:embed/>
                  <p:pic>
                    <p:nvPicPr>
                      <p:cNvPr id="463" name="Google Shape;463;p7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55650" y="4581525"/>
                        <a:ext cx="1714500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" name="Google Shape;464;p7"/>
          <p:cNvGraphicFramePr/>
          <p:nvPr/>
        </p:nvGraphicFramePr>
        <p:xfrm>
          <a:off x="6877050" y="4508500"/>
          <a:ext cx="1598612" cy="1355725"/>
        </p:xfrm>
        <a:graphic>
          <a:graphicData uri="http://schemas.openxmlformats.org/presentationml/2006/ole">
            <mc:AlternateContent>
              <mc:Choice Requires="v">
                <p:oleObj r:id="rId13" imgH="1355725" imgW="1598612" progId="Visio.Drawing.11" spid="_x0000_s4">
                  <p:embed/>
                </p:oleObj>
              </mc:Choice>
              <mc:Fallback>
                <p:oleObj r:id="rId14" imgH="1355725" imgW="1598612" progId="Visio.Drawing.11">
                  <p:embed/>
                  <p:pic>
                    <p:nvPicPr>
                      <p:cNvPr id="464" name="Google Shape;464;p7"/>
                      <p:cNvPicPr preferRelativeResize="0"/>
                      <p:nvPr>
                        <p:ph idx="4" type="body"/>
                      </p:nvPr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77050" y="4508500"/>
                        <a:ext cx="1598612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" name="Google Shape;465;p7"/>
          <p:cNvGraphicFramePr/>
          <p:nvPr/>
        </p:nvGraphicFramePr>
        <p:xfrm>
          <a:off x="3779837" y="2133600"/>
          <a:ext cx="1435100" cy="1657350"/>
        </p:xfrm>
        <a:graphic>
          <a:graphicData uri="http://schemas.openxmlformats.org/presentationml/2006/ole">
            <mc:AlternateContent>
              <mc:Choice Requires="v">
                <p:oleObj r:id="rId16" imgH="1657350" imgW="1435100" progId="Visio.Drawing.11" spid="_x0000_s5">
                  <p:embed/>
                </p:oleObj>
              </mc:Choice>
              <mc:Fallback>
                <p:oleObj r:id="rId17" imgH="1657350" imgW="1435100" progId="Visio.Drawing.11">
                  <p:embed/>
                  <p:pic>
                    <p:nvPicPr>
                      <p:cNvPr id="465" name="Google Shape;465;p7"/>
                      <p:cNvPicPr preferRelativeResize="0"/>
                      <p:nvPr/>
                    </p:nvPicPr>
                    <p:blipFill rotWithShape="1">
                      <a:blip r:embed="rId1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779837" y="2133600"/>
                        <a:ext cx="1435100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" name="Google Shape;466;p7"/>
          <p:cNvGraphicFramePr/>
          <p:nvPr/>
        </p:nvGraphicFramePr>
        <p:xfrm>
          <a:off x="3851275" y="4797425"/>
          <a:ext cx="1584325" cy="1139825"/>
        </p:xfrm>
        <a:graphic>
          <a:graphicData uri="http://schemas.openxmlformats.org/presentationml/2006/ole">
            <mc:AlternateContent>
              <mc:Choice Requires="v">
                <p:oleObj r:id="rId19" imgH="1139825" imgW="1584325" progId="Visio.Drawing.11" spid="_x0000_s6">
                  <p:embed/>
                </p:oleObj>
              </mc:Choice>
              <mc:Fallback>
                <p:oleObj r:id="rId20" imgH="1139825" imgW="1584325" progId="Visio.Drawing.11">
                  <p:embed/>
                  <p:pic>
                    <p:nvPicPr>
                      <p:cNvPr id="466" name="Google Shape;466;p7"/>
                      <p:cNvPicPr preferRelativeResize="0"/>
                      <p:nvPr/>
                    </p:nvPicPr>
                    <p:blipFill rotWithShape="1">
                      <a:blip r:embed="rId2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51275" y="4797425"/>
                        <a:ext cx="15843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" name="Google Shape;467;p7"/>
          <p:cNvSpPr/>
          <p:nvPr/>
        </p:nvSpPr>
        <p:spPr>
          <a:xfrm>
            <a:off x="6199098" y="1437927"/>
            <a:ext cx="1165978" cy="674815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2637" y="15000"/>
                </a:quadBezTo>
                <a:lnTo>
                  <a:pt x="101659" y="0"/>
                </a:lnTo>
                <a:lnTo>
                  <a:pt x="120000" y="24000"/>
                </a:lnTo>
                <a:lnTo>
                  <a:pt x="105572" y="60000"/>
                </a:lnTo>
                <a:lnTo>
                  <a:pt x="104594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7"/>
          <p:cNvSpPr/>
          <p:nvPr/>
        </p:nvSpPr>
        <p:spPr>
          <a:xfrm rot="-10560591">
            <a:off x="6430616" y="2268213"/>
            <a:ext cx="1165978" cy="674815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2637" y="15000"/>
                </a:quadBezTo>
                <a:lnTo>
                  <a:pt x="101659" y="0"/>
                </a:lnTo>
                <a:lnTo>
                  <a:pt x="120000" y="24000"/>
                </a:lnTo>
                <a:lnTo>
                  <a:pt x="105572" y="60000"/>
                </a:lnTo>
                <a:lnTo>
                  <a:pt x="104594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7"/>
          <p:cNvSpPr/>
          <p:nvPr/>
        </p:nvSpPr>
        <p:spPr>
          <a:xfrm rot="5043222">
            <a:off x="6043350" y="3703817"/>
            <a:ext cx="1395377" cy="892189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0818" y="15000"/>
                </a:quadBezTo>
                <a:lnTo>
                  <a:pt x="99738" y="0"/>
                </a:lnTo>
                <a:lnTo>
                  <a:pt x="120000" y="24000"/>
                </a:lnTo>
                <a:lnTo>
                  <a:pt x="104060" y="60000"/>
                </a:lnTo>
                <a:lnTo>
                  <a:pt x="102980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084387" y="1768475"/>
            <a:ext cx="2487612" cy="130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wmnl\Desktop\素材\People-Doctor-Female-icon.png" id="475" name="Google Shape;4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139825"/>
            <a:ext cx="2087562" cy="2087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People-Doctor-Male-icon.png" id="476" name="Google Shape;4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6437" y="1181100"/>
            <a:ext cx="2087562" cy="20875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8"/>
          <p:cNvSpPr txBox="1"/>
          <p:nvPr/>
        </p:nvSpPr>
        <p:spPr>
          <a:xfrm>
            <a:off x="792162" y="476250"/>
            <a:ext cx="646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醫生</a:t>
            </a:r>
            <a:endParaRPr/>
          </a:p>
        </p:txBody>
      </p:sp>
      <p:pic>
        <p:nvPicPr>
          <p:cNvPr id="478" name="Google Shape;47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1112" y="1247775"/>
            <a:ext cx="1871662" cy="1871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33550" y="3535362"/>
            <a:ext cx="2376487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36975" y="3721100"/>
            <a:ext cx="2373312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4912" y="3470275"/>
            <a:ext cx="2624137" cy="26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95650" y="1235075"/>
            <a:ext cx="1981200" cy="197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3692525"/>
            <a:ext cx="2060575" cy="20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"/>
          <p:cNvSpPr txBox="1"/>
          <p:nvPr/>
        </p:nvSpPr>
        <p:spPr>
          <a:xfrm>
            <a:off x="611187" y="404812"/>
            <a:ext cx="11080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護理人員</a:t>
            </a:r>
            <a:endParaRPr/>
          </a:p>
        </p:txBody>
      </p:sp>
      <p:pic>
        <p:nvPicPr>
          <p:cNvPr descr="C:\Users\wmnl\Desktop\素材\Medical-Nurse-Female-Light-icon.png" id="489" name="Google Shape;4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00" y="4652962"/>
            <a:ext cx="1870075" cy="187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Medical-Nurse-Male-Light-icon.png" id="490" name="Google Shape;4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050" y="4371975"/>
            <a:ext cx="1916112" cy="1916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nurse-icon (1).png" id="491" name="Google Shape;4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9575" y="4489450"/>
            <a:ext cx="2051050" cy="205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6462" y="4489450"/>
            <a:ext cx="1797050" cy="1798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nurse-icon.png" id="493" name="Google Shape;4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850" y="1989137"/>
            <a:ext cx="2303462" cy="2303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nurse-girl-icon.png" id="494" name="Google Shape;49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22575" y="1844675"/>
            <a:ext cx="2268537" cy="22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16525" y="1844675"/>
            <a:ext cx="2354262" cy="2354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59575" y="1803400"/>
            <a:ext cx="2559050" cy="25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59200" y="77787"/>
            <a:ext cx="1766887" cy="176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43537" y="163512"/>
            <a:ext cx="1911350" cy="19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89100" y="163512"/>
            <a:ext cx="1681162" cy="168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96137" y="-92075"/>
            <a:ext cx="1947862" cy="19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0"/>
          <p:cNvSpPr txBox="1"/>
          <p:nvPr/>
        </p:nvSpPr>
        <p:spPr>
          <a:xfrm>
            <a:off x="792162" y="476250"/>
            <a:ext cx="646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病人</a:t>
            </a:r>
            <a:endParaRPr/>
          </a:p>
        </p:txBody>
      </p:sp>
      <p:pic>
        <p:nvPicPr>
          <p:cNvPr id="506" name="Google Shape;5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412" y="1412875"/>
            <a:ext cx="2120900" cy="21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3212" y="1628775"/>
            <a:ext cx="1906587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0137" y="1614487"/>
            <a:ext cx="1871662" cy="18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987" y="4105275"/>
            <a:ext cx="1989137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7700" y="3879850"/>
            <a:ext cx="2247900" cy="224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45175" y="3881437"/>
            <a:ext cx="204787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69112" y="1393825"/>
            <a:ext cx="1989137" cy="198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57425" y="395287"/>
            <a:ext cx="1463675" cy="146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32300" y="201612"/>
            <a:ext cx="1412875" cy="141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"/>
          <p:cNvSpPr txBox="1"/>
          <p:nvPr/>
        </p:nvSpPr>
        <p:spPr>
          <a:xfrm>
            <a:off x="755650" y="476250"/>
            <a:ext cx="646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病患</a:t>
            </a:r>
            <a:endParaRPr/>
          </a:p>
        </p:txBody>
      </p:sp>
      <p:pic>
        <p:nvPicPr>
          <p:cNvPr descr="C:\Users\wmnl\Desktop\素材\People-Patient-Female-icon.png" id="520" name="Google Shape;5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075" y="4224337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People-Patient-Male-icon.png" id="521" name="Google Shape;52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8400" y="422275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650" y="1416050"/>
            <a:ext cx="2303462" cy="2303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7050" y="1196975"/>
            <a:ext cx="2370137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99265.com/sc/UploadFiles/200801/20080115221443142.png" id="524" name="Google Shape;52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24128" y="1196752"/>
            <a:ext cx="2219488" cy="2221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2"/>
          <p:cNvSpPr txBox="1"/>
          <p:nvPr/>
        </p:nvSpPr>
        <p:spPr>
          <a:xfrm>
            <a:off x="827087" y="549275"/>
            <a:ext cx="6461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教師</a:t>
            </a:r>
            <a:endParaRPr/>
          </a:p>
        </p:txBody>
      </p:sp>
      <p:pic>
        <p:nvPicPr>
          <p:cNvPr descr="C:\Users\wmnl\Desktop\素材\teacher-female-icon.png" id="530" name="Google Shape;5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500" y="995362"/>
            <a:ext cx="2260600" cy="226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1453299559_Teacher.png" id="531" name="Google Shape;5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8125" y="1082675"/>
            <a:ext cx="208597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2"/>
          <p:cNvSpPr txBox="1"/>
          <p:nvPr/>
        </p:nvSpPr>
        <p:spPr>
          <a:xfrm>
            <a:off x="900112" y="3692525"/>
            <a:ext cx="6461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學生</a:t>
            </a:r>
            <a:endParaRPr/>
          </a:p>
        </p:txBody>
      </p:sp>
      <p:pic>
        <p:nvPicPr>
          <p:cNvPr descr="C:\Users\wmnl\Desktop\素材\1453299634_Graduate-male-24.png" id="533" name="Google Shape;53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050" y="4298950"/>
            <a:ext cx="21526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Age-Child-Male-Dark-icon.png" id="534" name="Google Shape;53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8125" y="3878262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Age-Child-Female-Light-icon.png" id="535" name="Google Shape;53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0900" y="3957637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00300" y="4206875"/>
            <a:ext cx="2109787" cy="2109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3"/>
          <p:cNvSpPr txBox="1"/>
          <p:nvPr/>
        </p:nvSpPr>
        <p:spPr>
          <a:xfrm>
            <a:off x="827087" y="549275"/>
            <a:ext cx="87788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一般人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542" name="Google Shape;5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195387"/>
            <a:ext cx="1873250" cy="18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5262" y="1171575"/>
            <a:ext cx="1895475" cy="189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6975" y="1171575"/>
            <a:ext cx="1846262" cy="184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933825"/>
            <a:ext cx="2303462" cy="2303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6600" y="4035425"/>
            <a:ext cx="2201862" cy="2201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2825" y="3865562"/>
            <a:ext cx="2371725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53237" y="11461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"/>
          <p:cNvSpPr txBox="1"/>
          <p:nvPr/>
        </p:nvSpPr>
        <p:spPr>
          <a:xfrm>
            <a:off x="827087" y="549275"/>
            <a:ext cx="6461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小孩</a:t>
            </a:r>
            <a:endParaRPr/>
          </a:p>
        </p:txBody>
      </p:sp>
      <p:pic>
        <p:nvPicPr>
          <p:cNvPr descr="C:\Users\wmnl\Desktop\素材\1453299651_toddler.png" id="554" name="Google Shape;5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087" y="1293812"/>
            <a:ext cx="2036762" cy="2036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9337" y="4076700"/>
            <a:ext cx="2197100" cy="219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5275" y="1195387"/>
            <a:ext cx="2233612" cy="223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57850" y="1293812"/>
            <a:ext cx="2039937" cy="2039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7087" y="441960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wmnl\Desktop\素材\1453299613_teacher.png" id="563" name="Google Shape;5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4060825"/>
            <a:ext cx="2344737" cy="2344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prefessor.png" id="564" name="Google Shape;5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400" y="4224337"/>
            <a:ext cx="2151062" cy="2151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wmnl\Desktop\素材\2014112151594377.png" id="565" name="Google Shape;5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3512" y="4014787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5"/>
          <p:cNvSpPr txBox="1"/>
          <p:nvPr/>
        </p:nvSpPr>
        <p:spPr>
          <a:xfrm>
            <a:off x="827087" y="549275"/>
            <a:ext cx="6461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FKai-SB"/>
              <a:buNone/>
            </a:pPr>
            <a:r>
              <a:rPr b="1" i="0" lang="en-US" sz="18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老人</a:t>
            </a:r>
            <a:endParaRPr/>
          </a:p>
        </p:txBody>
      </p:sp>
      <p:pic>
        <p:nvPicPr>
          <p:cNvPr id="567" name="Google Shape;56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1628775"/>
            <a:ext cx="2087562" cy="208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55937" y="1628775"/>
            <a:ext cx="2386012" cy="2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2212" y="1844675"/>
            <a:ext cx="1871662" cy="1871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28194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912" y="34290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4887" y="99060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900" y="762000"/>
            <a:ext cx="20574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醫生(Doctor)</a:t>
            </a:r>
            <a:endParaRPr/>
          </a:p>
        </p:txBody>
      </p:sp>
      <p:pic>
        <p:nvPicPr>
          <p:cNvPr id="583" name="Google Shape;5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3262" y="2125662"/>
            <a:ext cx="3041650" cy="37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1400" y="1801812"/>
            <a:ext cx="2859087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275" y="1957387"/>
            <a:ext cx="2620962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護士 (Nurse)</a:t>
            </a:r>
            <a:endParaRPr/>
          </a:p>
        </p:txBody>
      </p:sp>
      <p:pic>
        <p:nvPicPr>
          <p:cNvPr id="591" name="Google Shape;591;p18"/>
          <p:cNvPicPr preferRelativeResize="0"/>
          <p:nvPr/>
        </p:nvPicPr>
        <p:blipFill rotWithShape="1">
          <a:blip r:embed="rId3">
            <a:alphaModFix/>
          </a:blip>
          <a:srcRect b="10820" l="21301" r="31413" t="11480"/>
          <a:stretch/>
        </p:blipFill>
        <p:spPr>
          <a:xfrm>
            <a:off x="3748087" y="3100387"/>
            <a:ext cx="1189037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救護車 (Ambulance)</a:t>
            </a:r>
            <a:endParaRPr/>
          </a:p>
        </p:txBody>
      </p:sp>
      <p:pic>
        <p:nvPicPr>
          <p:cNvPr id="597" name="Google Shape;5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12" y="3052762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1837" y="3148012"/>
            <a:ext cx="3503612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7175" y="2938462"/>
            <a:ext cx="27432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醫院 (Hospital and Clinic)</a:t>
            </a:r>
            <a:endParaRPr/>
          </a:p>
        </p:txBody>
      </p:sp>
      <p:pic>
        <p:nvPicPr>
          <p:cNvPr id="605" name="Google Shape;6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0" y="465772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762" y="1903412"/>
            <a:ext cx="2579687" cy="171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903412"/>
            <a:ext cx="3044825" cy="170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9550" y="3951287"/>
            <a:ext cx="2836862" cy="2049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藥物 (Medicine)</a:t>
            </a:r>
            <a:endParaRPr/>
          </a:p>
        </p:txBody>
      </p:sp>
      <p:pic>
        <p:nvPicPr>
          <p:cNvPr id="614" name="Google Shape;6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687" y="2454275"/>
            <a:ext cx="2436812" cy="2865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7475" y="3546475"/>
            <a:ext cx="1863725" cy="1379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醫療器材 (Medical Equipment)</a:t>
            </a:r>
            <a:endParaRPr/>
          </a:p>
        </p:txBody>
      </p:sp>
      <p:pic>
        <p:nvPicPr>
          <p:cNvPr id="622" name="Google Shape;6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437" y="3155950"/>
            <a:ext cx="1112837" cy="1995487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2"/>
          <p:cNvSpPr txBox="1"/>
          <p:nvPr/>
        </p:nvSpPr>
        <p:spPr>
          <a:xfrm>
            <a:off x="1074737" y="2784475"/>
            <a:ext cx="151288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超音波(胎兒掃描)</a:t>
            </a:r>
            <a:endParaRPr/>
          </a:p>
        </p:txBody>
      </p:sp>
      <p:pic>
        <p:nvPicPr>
          <p:cNvPr id="624" name="Google Shape;624;p22"/>
          <p:cNvPicPr preferRelativeResize="0"/>
          <p:nvPr/>
        </p:nvPicPr>
        <p:blipFill rotWithShape="1">
          <a:blip r:embed="rId4">
            <a:alphaModFix/>
          </a:blip>
          <a:srcRect b="4487" l="11055" r="8894" t="9935"/>
          <a:stretch/>
        </p:blipFill>
        <p:spPr>
          <a:xfrm>
            <a:off x="3478212" y="3328987"/>
            <a:ext cx="2057400" cy="164941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2"/>
          <p:cNvSpPr txBox="1"/>
          <p:nvPr/>
        </p:nvSpPr>
        <p:spPr>
          <a:xfrm>
            <a:off x="4329112" y="2784475"/>
            <a:ext cx="531812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擔架</a:t>
            </a:r>
            <a:endParaRPr/>
          </a:p>
        </p:txBody>
      </p:sp>
      <p:pic>
        <p:nvPicPr>
          <p:cNvPr id="626" name="Google Shape;6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3550" y="3328987"/>
            <a:ext cx="144145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2"/>
          <p:cNvSpPr txBox="1"/>
          <p:nvPr/>
        </p:nvSpPr>
        <p:spPr>
          <a:xfrm>
            <a:off x="7205662" y="2784475"/>
            <a:ext cx="7048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氧氣瓶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患者 (Patient)</a:t>
            </a:r>
            <a:endParaRPr/>
          </a:p>
        </p:txBody>
      </p:sp>
      <p:pic>
        <p:nvPicPr>
          <p:cNvPr id="633" name="Google Shape;6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6337" y="2352675"/>
            <a:ext cx="2335212" cy="2335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87" y="2582862"/>
            <a:ext cx="3009900" cy="1874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4"/>
          <p:cNvSpPr txBox="1"/>
          <p:nvPr/>
        </p:nvSpPr>
        <p:spPr>
          <a:xfrm>
            <a:off x="827087" y="549275"/>
            <a:ext cx="11525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b="1" i="0" lang="en-US" sz="24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水果</a:t>
            </a:r>
            <a:endParaRPr/>
          </a:p>
        </p:txBody>
      </p:sp>
      <p:pic>
        <p:nvPicPr>
          <p:cNvPr id="640" name="Google Shape;6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5162" y="33274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0" y="1916112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3212" y="24669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9612" y="593725"/>
            <a:ext cx="1625600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5937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2587" y="242093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2587" y="7905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64387" y="43656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44875" y="49752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9962" y="4532312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81600" y="41751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03875" y="55784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51500" y="17811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181600" y="286543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5"/>
          <p:cNvSpPr txBox="1"/>
          <p:nvPr/>
        </p:nvSpPr>
        <p:spPr>
          <a:xfrm>
            <a:off x="468312" y="404812"/>
            <a:ext cx="17272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b="1" i="0" lang="en-US" sz="24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家庭/住家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659" name="Google Shape;6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312" y="1235075"/>
            <a:ext cx="1625600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2" y="13970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4700" y="14382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4025" y="14382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3225" y="3357562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93975" y="3357562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08537" y="330835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00875" y="330835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8950" y="531653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27312" y="506888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6"/>
          <p:cNvSpPr txBox="1"/>
          <p:nvPr/>
        </p:nvSpPr>
        <p:spPr>
          <a:xfrm>
            <a:off x="468312" y="404812"/>
            <a:ext cx="17272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b="1" i="0" lang="en-US" sz="24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企業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674" name="Google Shape;6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235075"/>
            <a:ext cx="27241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9837" y="1244600"/>
            <a:ext cx="2376487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087" y="4216400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8087" y="4087812"/>
            <a:ext cx="2408237" cy="24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6700" y="1377950"/>
            <a:ext cx="2243137" cy="2243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43662" y="3959225"/>
            <a:ext cx="2535237" cy="2535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55887" y="219075"/>
            <a:ext cx="1555750" cy="155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7"/>
          <p:cNvSpPr txBox="1"/>
          <p:nvPr/>
        </p:nvSpPr>
        <p:spPr>
          <a:xfrm>
            <a:off x="468312" y="404812"/>
            <a:ext cx="17272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b="1" i="0" lang="en-US" sz="24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雲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686" name="Google Shape;6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075" y="1235075"/>
            <a:ext cx="1625600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2137" y="1438275"/>
            <a:ext cx="1655762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7762" y="1203325"/>
            <a:ext cx="2232025" cy="22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692525"/>
            <a:ext cx="2112962" cy="2112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8"/>
          <p:cNvSpPr txBox="1"/>
          <p:nvPr/>
        </p:nvSpPr>
        <p:spPr>
          <a:xfrm>
            <a:off x="468312" y="404812"/>
            <a:ext cx="17272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b="1" i="0" lang="en-US" sz="24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訊號/基地台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695" name="Google Shape;6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912" y="1697037"/>
            <a:ext cx="1625600" cy="13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7675" y="189388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2212" y="179863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3575" y="179863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9912" y="36449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71775" y="36449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7900" y="34290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13575" y="3429000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9"/>
          <p:cNvSpPr txBox="1"/>
          <p:nvPr/>
        </p:nvSpPr>
        <p:spPr>
          <a:xfrm>
            <a:off x="468312" y="404812"/>
            <a:ext cx="17272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b="1" i="0" lang="en-US" sz="24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數據庫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708" name="Google Shape;7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1557337"/>
            <a:ext cx="1727200" cy="17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7312" y="1658937"/>
            <a:ext cx="1625600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3800" y="1557337"/>
            <a:ext cx="1625600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312" y="3860800"/>
            <a:ext cx="2374900" cy="2376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"/>
          <p:cNvSpPr txBox="1"/>
          <p:nvPr/>
        </p:nvSpPr>
        <p:spPr>
          <a:xfrm>
            <a:off x="468312" y="404812"/>
            <a:ext cx="172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b="1" i="0" lang="en-US" sz="2400" u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設備</a:t>
            </a:r>
            <a:endParaRPr/>
          </a:p>
        </p:txBody>
      </p:sp>
      <p:pic>
        <p:nvPicPr>
          <p:cNvPr id="717" name="Google Shape;7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14128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737" y="14128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2875" y="11969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312" y="3535362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3662" y="83343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55875" y="348138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08850" y="348138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8" name="Google Shape;728;p31"/>
          <p:cNvGraphicFramePr/>
          <p:nvPr/>
        </p:nvGraphicFramePr>
        <p:xfrm>
          <a:off x="2195512" y="2349500"/>
          <a:ext cx="836612" cy="1943100"/>
        </p:xfrm>
        <a:graphic>
          <a:graphicData uri="http://schemas.openxmlformats.org/presentationml/2006/ole">
            <mc:AlternateContent>
              <mc:Choice Requires="v">
                <p:oleObj r:id="rId4" imgH="1943100" imgW="836612" progId="Visio.Drawing.11" spid="_x0000_s1">
                  <p:embed/>
                </p:oleObj>
              </mc:Choice>
              <mc:Fallback>
                <p:oleObj r:id="rId5" imgH="1943100" imgW="836612" progId="Visio.Drawing.11">
                  <p:embed/>
                  <p:pic>
                    <p:nvPicPr>
                      <p:cNvPr id="728" name="Google Shape;728;p3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195512" y="2349500"/>
                        <a:ext cx="836612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" name="Google Shape;729;p31"/>
          <p:cNvGraphicFramePr/>
          <p:nvPr/>
        </p:nvGraphicFramePr>
        <p:xfrm>
          <a:off x="5219700" y="1700212"/>
          <a:ext cx="1498600" cy="2963862"/>
        </p:xfrm>
        <a:graphic>
          <a:graphicData uri="http://schemas.openxmlformats.org/presentationml/2006/ole">
            <mc:AlternateContent>
              <mc:Choice Requires="v">
                <p:oleObj r:id="rId7" imgH="2963862" imgW="1498600" progId="Visio.Drawing.11" spid="_x0000_s2">
                  <p:embed/>
                </p:oleObj>
              </mc:Choice>
              <mc:Fallback>
                <p:oleObj r:id="rId8" imgH="2963862" imgW="1498600" progId="Visio.Drawing.11">
                  <p:embed/>
                  <p:pic>
                    <p:nvPicPr>
                      <p:cNvPr id="729" name="Google Shape;729;p3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219700" y="1700212"/>
                        <a:ext cx="1498600" cy="296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" name="Google Shape;730;p31"/>
          <p:cNvGraphicFramePr/>
          <p:nvPr/>
        </p:nvGraphicFramePr>
        <p:xfrm>
          <a:off x="2771775" y="5157787"/>
          <a:ext cx="3219450" cy="923925"/>
        </p:xfrm>
        <a:graphic>
          <a:graphicData uri="http://schemas.openxmlformats.org/presentationml/2006/ole">
            <mc:AlternateContent>
              <mc:Choice Requires="v">
                <p:oleObj r:id="rId10" imgH="923925" imgW="3219450" progId="Visio.Drawing.11" spid="_x0000_s3">
                  <p:embed/>
                </p:oleObj>
              </mc:Choice>
              <mc:Fallback>
                <p:oleObj r:id="rId11" imgH="923925" imgW="3219450" progId="Visio.Drawing.11">
                  <p:embed/>
                  <p:pic>
                    <p:nvPicPr>
                      <p:cNvPr id="730" name="Google Shape;730;p31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71775" y="5157787"/>
                        <a:ext cx="32194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1" name="Google Shape;731;p31"/>
          <p:cNvGrpSpPr/>
          <p:nvPr/>
        </p:nvGrpSpPr>
        <p:grpSpPr>
          <a:xfrm>
            <a:off x="3419475" y="1700212"/>
            <a:ext cx="1368425" cy="995362"/>
            <a:chOff x="3529" y="2069"/>
            <a:chExt cx="914" cy="497"/>
          </a:xfrm>
        </p:grpSpPr>
        <p:sp>
          <p:nvSpPr>
            <p:cNvPr id="732" name="Google Shape;732;p31"/>
            <p:cNvSpPr/>
            <p:nvPr/>
          </p:nvSpPr>
          <p:spPr>
            <a:xfrm flipH="1">
              <a:off x="3625" y="2069"/>
              <a:ext cx="245" cy="84"/>
            </a:xfrm>
            <a:custGeom>
              <a:rect b="b" l="l" r="r" t="t"/>
              <a:pathLst>
                <a:path extrusionOk="0" h="268" w="631">
                  <a:moveTo>
                    <a:pt x="0" y="268"/>
                  </a:moveTo>
                  <a:lnTo>
                    <a:pt x="2" y="264"/>
                  </a:lnTo>
                  <a:lnTo>
                    <a:pt x="10" y="251"/>
                  </a:lnTo>
                  <a:lnTo>
                    <a:pt x="21" y="233"/>
                  </a:lnTo>
                  <a:lnTo>
                    <a:pt x="39" y="210"/>
                  </a:lnTo>
                  <a:lnTo>
                    <a:pt x="60" y="184"/>
                  </a:lnTo>
                  <a:lnTo>
                    <a:pt x="87" y="156"/>
                  </a:lnTo>
                  <a:lnTo>
                    <a:pt x="119" y="128"/>
                  </a:lnTo>
                  <a:lnTo>
                    <a:pt x="155" y="100"/>
                  </a:lnTo>
                  <a:lnTo>
                    <a:pt x="197" y="75"/>
                  </a:lnTo>
                  <a:lnTo>
                    <a:pt x="244" y="53"/>
                  </a:lnTo>
                  <a:lnTo>
                    <a:pt x="295" y="37"/>
                  </a:lnTo>
                  <a:lnTo>
                    <a:pt x="352" y="27"/>
                  </a:lnTo>
                  <a:lnTo>
                    <a:pt x="415" y="25"/>
                  </a:lnTo>
                  <a:lnTo>
                    <a:pt x="482" y="32"/>
                  </a:lnTo>
                  <a:lnTo>
                    <a:pt x="554" y="51"/>
                  </a:lnTo>
                  <a:lnTo>
                    <a:pt x="631" y="81"/>
                  </a:lnTo>
                  <a:lnTo>
                    <a:pt x="626" y="78"/>
                  </a:lnTo>
                  <a:lnTo>
                    <a:pt x="611" y="70"/>
                  </a:lnTo>
                  <a:lnTo>
                    <a:pt x="588" y="59"/>
                  </a:lnTo>
                  <a:lnTo>
                    <a:pt x="558" y="45"/>
                  </a:lnTo>
                  <a:lnTo>
                    <a:pt x="521" y="31"/>
                  </a:lnTo>
                  <a:lnTo>
                    <a:pt x="478" y="18"/>
                  </a:lnTo>
                  <a:lnTo>
                    <a:pt x="431" y="8"/>
                  </a:lnTo>
                  <a:lnTo>
                    <a:pt x="382" y="1"/>
                  </a:lnTo>
                  <a:lnTo>
                    <a:pt x="331" y="0"/>
                  </a:lnTo>
                  <a:lnTo>
                    <a:pt x="277" y="6"/>
                  </a:lnTo>
                  <a:lnTo>
                    <a:pt x="225" y="20"/>
                  </a:lnTo>
                  <a:lnTo>
                    <a:pt x="174" y="43"/>
                  </a:lnTo>
                  <a:lnTo>
                    <a:pt x="125" y="79"/>
                  </a:lnTo>
                  <a:lnTo>
                    <a:pt x="78" y="127"/>
                  </a:lnTo>
                  <a:lnTo>
                    <a:pt x="36" y="189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31"/>
            <p:cNvSpPr/>
            <p:nvPr/>
          </p:nvSpPr>
          <p:spPr>
            <a:xfrm flipH="1">
              <a:off x="4085" y="2124"/>
              <a:ext cx="28" cy="67"/>
            </a:xfrm>
            <a:custGeom>
              <a:rect b="b" l="l" r="r" t="t"/>
              <a:pathLst>
                <a:path extrusionOk="0" h="300" w="132">
                  <a:moveTo>
                    <a:pt x="0" y="25"/>
                  </a:moveTo>
                  <a:lnTo>
                    <a:pt x="1" y="27"/>
                  </a:lnTo>
                  <a:lnTo>
                    <a:pt x="6" y="32"/>
                  </a:lnTo>
                  <a:lnTo>
                    <a:pt x="13" y="40"/>
                  </a:lnTo>
                  <a:lnTo>
                    <a:pt x="22" y="48"/>
                  </a:lnTo>
                  <a:lnTo>
                    <a:pt x="28" y="52"/>
                  </a:lnTo>
                  <a:lnTo>
                    <a:pt x="34" y="56"/>
                  </a:lnTo>
                  <a:lnTo>
                    <a:pt x="40" y="59"/>
                  </a:lnTo>
                  <a:lnTo>
                    <a:pt x="47" y="62"/>
                  </a:lnTo>
                  <a:lnTo>
                    <a:pt x="54" y="64"/>
                  </a:lnTo>
                  <a:lnTo>
                    <a:pt x="63" y="65"/>
                  </a:lnTo>
                  <a:lnTo>
                    <a:pt x="71" y="65"/>
                  </a:lnTo>
                  <a:lnTo>
                    <a:pt x="79" y="64"/>
                  </a:lnTo>
                  <a:lnTo>
                    <a:pt x="87" y="62"/>
                  </a:lnTo>
                  <a:lnTo>
                    <a:pt x="94" y="58"/>
                  </a:lnTo>
                  <a:lnTo>
                    <a:pt x="100" y="54"/>
                  </a:lnTo>
                  <a:lnTo>
                    <a:pt x="106" y="50"/>
                  </a:lnTo>
                  <a:lnTo>
                    <a:pt x="115" y="40"/>
                  </a:lnTo>
                  <a:lnTo>
                    <a:pt x="122" y="29"/>
                  </a:lnTo>
                  <a:lnTo>
                    <a:pt x="127" y="17"/>
                  </a:lnTo>
                  <a:lnTo>
                    <a:pt x="130" y="8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2" y="30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8D08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1"/>
            <p:cNvSpPr/>
            <p:nvPr/>
          </p:nvSpPr>
          <p:spPr>
            <a:xfrm flipH="1">
              <a:off x="4085" y="2167"/>
              <a:ext cx="10" cy="24"/>
            </a:xfrm>
            <a:custGeom>
              <a:rect b="b" l="l" r="r" t="t"/>
              <a:pathLst>
                <a:path extrusionOk="0" h="101" w="43">
                  <a:moveTo>
                    <a:pt x="34" y="3"/>
                  </a:moveTo>
                  <a:lnTo>
                    <a:pt x="28" y="5"/>
                  </a:lnTo>
                  <a:lnTo>
                    <a:pt x="24" y="6"/>
                  </a:lnTo>
                  <a:lnTo>
                    <a:pt x="19" y="7"/>
                  </a:lnTo>
                  <a:lnTo>
                    <a:pt x="15" y="8"/>
                  </a:lnTo>
                  <a:lnTo>
                    <a:pt x="11" y="9"/>
                  </a:lnTo>
                  <a:lnTo>
                    <a:pt x="7" y="9"/>
                  </a:lnTo>
                  <a:lnTo>
                    <a:pt x="3" y="10"/>
                  </a:lnTo>
                  <a:lnTo>
                    <a:pt x="0" y="10"/>
                  </a:lnTo>
                  <a:lnTo>
                    <a:pt x="43" y="101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4" y="3"/>
                  </a:lnTo>
                  <a:close/>
                </a:path>
              </a:pathLst>
            </a:custGeom>
            <a:solidFill>
              <a:srgbClr val="5312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1"/>
            <p:cNvSpPr/>
            <p:nvPr/>
          </p:nvSpPr>
          <p:spPr>
            <a:xfrm flipH="1">
              <a:off x="3662" y="2493"/>
              <a:ext cx="336" cy="73"/>
            </a:xfrm>
            <a:custGeom>
              <a:rect b="b" l="l" r="r" t="t"/>
              <a:pathLst>
                <a:path extrusionOk="0" h="238" w="865">
                  <a:moveTo>
                    <a:pt x="865" y="238"/>
                  </a:moveTo>
                  <a:lnTo>
                    <a:pt x="809" y="229"/>
                  </a:lnTo>
                  <a:lnTo>
                    <a:pt x="756" y="220"/>
                  </a:lnTo>
                  <a:lnTo>
                    <a:pt x="704" y="210"/>
                  </a:lnTo>
                  <a:lnTo>
                    <a:pt x="655" y="201"/>
                  </a:lnTo>
                  <a:lnTo>
                    <a:pt x="607" y="191"/>
                  </a:lnTo>
                  <a:lnTo>
                    <a:pt x="562" y="181"/>
                  </a:lnTo>
                  <a:lnTo>
                    <a:pt x="518" y="171"/>
                  </a:lnTo>
                  <a:lnTo>
                    <a:pt x="477" y="161"/>
                  </a:lnTo>
                  <a:lnTo>
                    <a:pt x="437" y="151"/>
                  </a:lnTo>
                  <a:lnTo>
                    <a:pt x="398" y="141"/>
                  </a:lnTo>
                  <a:lnTo>
                    <a:pt x="362" y="131"/>
                  </a:lnTo>
                  <a:lnTo>
                    <a:pt x="327" y="121"/>
                  </a:lnTo>
                  <a:lnTo>
                    <a:pt x="295" y="112"/>
                  </a:lnTo>
                  <a:lnTo>
                    <a:pt x="264" y="101"/>
                  </a:lnTo>
                  <a:lnTo>
                    <a:pt x="235" y="92"/>
                  </a:lnTo>
                  <a:lnTo>
                    <a:pt x="207" y="83"/>
                  </a:lnTo>
                  <a:lnTo>
                    <a:pt x="181" y="74"/>
                  </a:lnTo>
                  <a:lnTo>
                    <a:pt x="158" y="66"/>
                  </a:lnTo>
                  <a:lnTo>
                    <a:pt x="135" y="58"/>
                  </a:lnTo>
                  <a:lnTo>
                    <a:pt x="115" y="50"/>
                  </a:lnTo>
                  <a:lnTo>
                    <a:pt x="96" y="43"/>
                  </a:lnTo>
                  <a:lnTo>
                    <a:pt x="80" y="36"/>
                  </a:lnTo>
                  <a:lnTo>
                    <a:pt x="64" y="29"/>
                  </a:lnTo>
                  <a:lnTo>
                    <a:pt x="51" y="24"/>
                  </a:lnTo>
                  <a:lnTo>
                    <a:pt x="39" y="18"/>
                  </a:lnTo>
                  <a:lnTo>
                    <a:pt x="28" y="14"/>
                  </a:lnTo>
                  <a:lnTo>
                    <a:pt x="20" y="10"/>
                  </a:lnTo>
                  <a:lnTo>
                    <a:pt x="13" y="6"/>
                  </a:lnTo>
                  <a:lnTo>
                    <a:pt x="7" y="4"/>
                  </a:lnTo>
                  <a:lnTo>
                    <a:pt x="4" y="2"/>
                  </a:lnTo>
                  <a:lnTo>
                    <a:pt x="1" y="0"/>
                  </a:lnTo>
                  <a:lnTo>
                    <a:pt x="0" y="0"/>
                  </a:lnTo>
                  <a:lnTo>
                    <a:pt x="865" y="238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1"/>
            <p:cNvSpPr/>
            <p:nvPr/>
          </p:nvSpPr>
          <p:spPr>
            <a:xfrm flipH="1">
              <a:off x="3534" y="2079"/>
              <a:ext cx="898" cy="477"/>
            </a:xfrm>
            <a:custGeom>
              <a:rect b="b" l="l" r="r" t="t"/>
              <a:pathLst>
                <a:path extrusionOk="0" h="1538" w="2319">
                  <a:moveTo>
                    <a:pt x="527" y="70"/>
                  </a:moveTo>
                  <a:lnTo>
                    <a:pt x="529" y="69"/>
                  </a:lnTo>
                  <a:lnTo>
                    <a:pt x="534" y="67"/>
                  </a:lnTo>
                  <a:lnTo>
                    <a:pt x="543" y="64"/>
                  </a:lnTo>
                  <a:lnTo>
                    <a:pt x="556" y="60"/>
                  </a:lnTo>
                  <a:lnTo>
                    <a:pt x="570" y="55"/>
                  </a:lnTo>
                  <a:lnTo>
                    <a:pt x="588" y="49"/>
                  </a:lnTo>
                  <a:lnTo>
                    <a:pt x="609" y="43"/>
                  </a:lnTo>
                  <a:lnTo>
                    <a:pt x="633" y="37"/>
                  </a:lnTo>
                  <a:lnTo>
                    <a:pt x="657" y="30"/>
                  </a:lnTo>
                  <a:lnTo>
                    <a:pt x="685" y="24"/>
                  </a:lnTo>
                  <a:lnTo>
                    <a:pt x="714" y="18"/>
                  </a:lnTo>
                  <a:lnTo>
                    <a:pt x="745" y="13"/>
                  </a:lnTo>
                  <a:lnTo>
                    <a:pt x="778" y="8"/>
                  </a:lnTo>
                  <a:lnTo>
                    <a:pt x="811" y="4"/>
                  </a:lnTo>
                  <a:lnTo>
                    <a:pt x="846" y="2"/>
                  </a:lnTo>
                  <a:lnTo>
                    <a:pt x="880" y="0"/>
                  </a:lnTo>
                  <a:lnTo>
                    <a:pt x="916" y="1"/>
                  </a:lnTo>
                  <a:lnTo>
                    <a:pt x="953" y="2"/>
                  </a:lnTo>
                  <a:lnTo>
                    <a:pt x="990" y="6"/>
                  </a:lnTo>
                  <a:lnTo>
                    <a:pt x="1027" y="12"/>
                  </a:lnTo>
                  <a:lnTo>
                    <a:pt x="1062" y="19"/>
                  </a:lnTo>
                  <a:lnTo>
                    <a:pt x="1099" y="30"/>
                  </a:lnTo>
                  <a:lnTo>
                    <a:pt x="1134" y="43"/>
                  </a:lnTo>
                  <a:lnTo>
                    <a:pt x="1168" y="58"/>
                  </a:lnTo>
                  <a:lnTo>
                    <a:pt x="1203" y="77"/>
                  </a:lnTo>
                  <a:lnTo>
                    <a:pt x="1235" y="99"/>
                  </a:lnTo>
                  <a:lnTo>
                    <a:pt x="1266" y="124"/>
                  </a:lnTo>
                  <a:lnTo>
                    <a:pt x="1296" y="152"/>
                  </a:lnTo>
                  <a:lnTo>
                    <a:pt x="1323" y="185"/>
                  </a:lnTo>
                  <a:lnTo>
                    <a:pt x="1349" y="221"/>
                  </a:lnTo>
                  <a:lnTo>
                    <a:pt x="1372" y="262"/>
                  </a:lnTo>
                  <a:lnTo>
                    <a:pt x="1394" y="307"/>
                  </a:lnTo>
                  <a:lnTo>
                    <a:pt x="1396" y="306"/>
                  </a:lnTo>
                  <a:lnTo>
                    <a:pt x="1400" y="304"/>
                  </a:lnTo>
                  <a:lnTo>
                    <a:pt x="1408" y="302"/>
                  </a:lnTo>
                  <a:lnTo>
                    <a:pt x="1419" y="298"/>
                  </a:lnTo>
                  <a:lnTo>
                    <a:pt x="1433" y="293"/>
                  </a:lnTo>
                  <a:lnTo>
                    <a:pt x="1449" y="287"/>
                  </a:lnTo>
                  <a:lnTo>
                    <a:pt x="1468" y="281"/>
                  </a:lnTo>
                  <a:lnTo>
                    <a:pt x="1489" y="274"/>
                  </a:lnTo>
                  <a:lnTo>
                    <a:pt x="1512" y="267"/>
                  </a:lnTo>
                  <a:lnTo>
                    <a:pt x="1537" y="259"/>
                  </a:lnTo>
                  <a:lnTo>
                    <a:pt x="1563" y="252"/>
                  </a:lnTo>
                  <a:lnTo>
                    <a:pt x="1591" y="244"/>
                  </a:lnTo>
                  <a:lnTo>
                    <a:pt x="1621" y="236"/>
                  </a:lnTo>
                  <a:lnTo>
                    <a:pt x="1653" y="228"/>
                  </a:lnTo>
                  <a:lnTo>
                    <a:pt x="1684" y="220"/>
                  </a:lnTo>
                  <a:lnTo>
                    <a:pt x="1717" y="213"/>
                  </a:lnTo>
                  <a:lnTo>
                    <a:pt x="1751" y="206"/>
                  </a:lnTo>
                  <a:lnTo>
                    <a:pt x="1785" y="200"/>
                  </a:lnTo>
                  <a:lnTo>
                    <a:pt x="1820" y="195"/>
                  </a:lnTo>
                  <a:lnTo>
                    <a:pt x="1855" y="190"/>
                  </a:lnTo>
                  <a:lnTo>
                    <a:pt x="1889" y="187"/>
                  </a:lnTo>
                  <a:lnTo>
                    <a:pt x="1924" y="184"/>
                  </a:lnTo>
                  <a:lnTo>
                    <a:pt x="1958" y="183"/>
                  </a:lnTo>
                  <a:lnTo>
                    <a:pt x="1993" y="183"/>
                  </a:lnTo>
                  <a:lnTo>
                    <a:pt x="2026" y="184"/>
                  </a:lnTo>
                  <a:lnTo>
                    <a:pt x="2059" y="187"/>
                  </a:lnTo>
                  <a:lnTo>
                    <a:pt x="2091" y="191"/>
                  </a:lnTo>
                  <a:lnTo>
                    <a:pt x="2122" y="197"/>
                  </a:lnTo>
                  <a:lnTo>
                    <a:pt x="2151" y="205"/>
                  </a:lnTo>
                  <a:lnTo>
                    <a:pt x="2179" y="215"/>
                  </a:lnTo>
                  <a:lnTo>
                    <a:pt x="2206" y="228"/>
                  </a:lnTo>
                  <a:lnTo>
                    <a:pt x="2231" y="242"/>
                  </a:lnTo>
                  <a:lnTo>
                    <a:pt x="2142" y="418"/>
                  </a:lnTo>
                  <a:lnTo>
                    <a:pt x="2319" y="474"/>
                  </a:lnTo>
                  <a:lnTo>
                    <a:pt x="1972" y="1538"/>
                  </a:lnTo>
                  <a:lnTo>
                    <a:pt x="1969" y="1537"/>
                  </a:lnTo>
                  <a:lnTo>
                    <a:pt x="1962" y="1536"/>
                  </a:lnTo>
                  <a:lnTo>
                    <a:pt x="1949" y="1533"/>
                  </a:lnTo>
                  <a:lnTo>
                    <a:pt x="1933" y="1530"/>
                  </a:lnTo>
                  <a:lnTo>
                    <a:pt x="1913" y="1525"/>
                  </a:lnTo>
                  <a:lnTo>
                    <a:pt x="1888" y="1520"/>
                  </a:lnTo>
                  <a:lnTo>
                    <a:pt x="1860" y="1514"/>
                  </a:lnTo>
                  <a:lnTo>
                    <a:pt x="1830" y="1508"/>
                  </a:lnTo>
                  <a:lnTo>
                    <a:pt x="1798" y="1500"/>
                  </a:lnTo>
                  <a:lnTo>
                    <a:pt x="1762" y="1493"/>
                  </a:lnTo>
                  <a:lnTo>
                    <a:pt x="1725" y="1484"/>
                  </a:lnTo>
                  <a:lnTo>
                    <a:pt x="1686" y="1476"/>
                  </a:lnTo>
                  <a:lnTo>
                    <a:pt x="1646" y="1467"/>
                  </a:lnTo>
                  <a:lnTo>
                    <a:pt x="1605" y="1457"/>
                  </a:lnTo>
                  <a:lnTo>
                    <a:pt x="1562" y="1448"/>
                  </a:lnTo>
                  <a:lnTo>
                    <a:pt x="1521" y="1438"/>
                  </a:lnTo>
                  <a:lnTo>
                    <a:pt x="1478" y="1427"/>
                  </a:lnTo>
                  <a:lnTo>
                    <a:pt x="1437" y="1417"/>
                  </a:lnTo>
                  <a:lnTo>
                    <a:pt x="1396" y="1407"/>
                  </a:lnTo>
                  <a:lnTo>
                    <a:pt x="1357" y="1397"/>
                  </a:lnTo>
                  <a:lnTo>
                    <a:pt x="1318" y="1387"/>
                  </a:lnTo>
                  <a:lnTo>
                    <a:pt x="1281" y="1377"/>
                  </a:lnTo>
                  <a:lnTo>
                    <a:pt x="1246" y="1368"/>
                  </a:lnTo>
                  <a:lnTo>
                    <a:pt x="1215" y="1359"/>
                  </a:lnTo>
                  <a:lnTo>
                    <a:pt x="1185" y="1350"/>
                  </a:lnTo>
                  <a:lnTo>
                    <a:pt x="1159" y="1342"/>
                  </a:lnTo>
                  <a:lnTo>
                    <a:pt x="1136" y="1334"/>
                  </a:lnTo>
                  <a:lnTo>
                    <a:pt x="1117" y="1327"/>
                  </a:lnTo>
                  <a:lnTo>
                    <a:pt x="1101" y="1320"/>
                  </a:lnTo>
                  <a:lnTo>
                    <a:pt x="1091" y="1315"/>
                  </a:lnTo>
                  <a:lnTo>
                    <a:pt x="1086" y="1309"/>
                  </a:lnTo>
                  <a:lnTo>
                    <a:pt x="1085" y="1305"/>
                  </a:lnTo>
                  <a:lnTo>
                    <a:pt x="1082" y="1309"/>
                  </a:lnTo>
                  <a:lnTo>
                    <a:pt x="1076" y="1320"/>
                  </a:lnTo>
                  <a:lnTo>
                    <a:pt x="1066" y="1333"/>
                  </a:lnTo>
                  <a:lnTo>
                    <a:pt x="1051" y="1345"/>
                  </a:lnTo>
                  <a:lnTo>
                    <a:pt x="1032" y="1351"/>
                  </a:lnTo>
                  <a:lnTo>
                    <a:pt x="1009" y="1348"/>
                  </a:lnTo>
                  <a:lnTo>
                    <a:pt x="982" y="1333"/>
                  </a:lnTo>
                  <a:lnTo>
                    <a:pt x="951" y="1301"/>
                  </a:lnTo>
                  <a:lnTo>
                    <a:pt x="77" y="1153"/>
                  </a:lnTo>
                  <a:lnTo>
                    <a:pt x="0" y="1133"/>
                  </a:lnTo>
                  <a:lnTo>
                    <a:pt x="4" y="1123"/>
                  </a:lnTo>
                  <a:lnTo>
                    <a:pt x="19" y="1096"/>
                  </a:lnTo>
                  <a:lnTo>
                    <a:pt x="41" y="1052"/>
                  </a:lnTo>
                  <a:lnTo>
                    <a:pt x="70" y="995"/>
                  </a:lnTo>
                  <a:lnTo>
                    <a:pt x="105" y="927"/>
                  </a:lnTo>
                  <a:lnTo>
                    <a:pt x="144" y="850"/>
                  </a:lnTo>
                  <a:lnTo>
                    <a:pt x="185" y="765"/>
                  </a:lnTo>
                  <a:lnTo>
                    <a:pt x="230" y="677"/>
                  </a:lnTo>
                  <a:lnTo>
                    <a:pt x="276" y="586"/>
                  </a:lnTo>
                  <a:lnTo>
                    <a:pt x="321" y="494"/>
                  </a:lnTo>
                  <a:lnTo>
                    <a:pt x="366" y="405"/>
                  </a:lnTo>
                  <a:lnTo>
                    <a:pt x="407" y="321"/>
                  </a:lnTo>
                  <a:lnTo>
                    <a:pt x="445" y="243"/>
                  </a:lnTo>
                  <a:lnTo>
                    <a:pt x="479" y="173"/>
                  </a:lnTo>
                  <a:lnTo>
                    <a:pt x="507" y="115"/>
                  </a:lnTo>
                  <a:lnTo>
                    <a:pt x="527" y="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1"/>
            <p:cNvSpPr/>
            <p:nvPr/>
          </p:nvSpPr>
          <p:spPr>
            <a:xfrm flipH="1">
              <a:off x="4079" y="2101"/>
              <a:ext cx="263" cy="220"/>
            </a:xfrm>
            <a:custGeom>
              <a:rect b="b" l="l" r="r" t="t"/>
              <a:pathLst>
                <a:path extrusionOk="0" h="710" w="678">
                  <a:moveTo>
                    <a:pt x="678" y="40"/>
                  </a:moveTo>
                  <a:lnTo>
                    <a:pt x="676" y="39"/>
                  </a:lnTo>
                  <a:lnTo>
                    <a:pt x="669" y="36"/>
                  </a:lnTo>
                  <a:lnTo>
                    <a:pt x="658" y="31"/>
                  </a:lnTo>
                  <a:lnTo>
                    <a:pt x="645" y="26"/>
                  </a:lnTo>
                  <a:lnTo>
                    <a:pt x="627" y="20"/>
                  </a:lnTo>
                  <a:lnTo>
                    <a:pt x="607" y="14"/>
                  </a:lnTo>
                  <a:lnTo>
                    <a:pt x="585" y="9"/>
                  </a:lnTo>
                  <a:lnTo>
                    <a:pt x="560" y="4"/>
                  </a:lnTo>
                  <a:lnTo>
                    <a:pt x="533" y="1"/>
                  </a:lnTo>
                  <a:lnTo>
                    <a:pt x="507" y="0"/>
                  </a:lnTo>
                  <a:lnTo>
                    <a:pt x="479" y="1"/>
                  </a:lnTo>
                  <a:lnTo>
                    <a:pt x="450" y="5"/>
                  </a:lnTo>
                  <a:lnTo>
                    <a:pt x="421" y="13"/>
                  </a:lnTo>
                  <a:lnTo>
                    <a:pt x="393" y="24"/>
                  </a:lnTo>
                  <a:lnTo>
                    <a:pt x="366" y="40"/>
                  </a:lnTo>
                  <a:lnTo>
                    <a:pt x="339" y="60"/>
                  </a:lnTo>
                  <a:lnTo>
                    <a:pt x="314" y="87"/>
                  </a:lnTo>
                  <a:lnTo>
                    <a:pt x="286" y="123"/>
                  </a:lnTo>
                  <a:lnTo>
                    <a:pt x="258" y="166"/>
                  </a:lnTo>
                  <a:lnTo>
                    <a:pt x="229" y="213"/>
                  </a:lnTo>
                  <a:lnTo>
                    <a:pt x="201" y="265"/>
                  </a:lnTo>
                  <a:lnTo>
                    <a:pt x="173" y="319"/>
                  </a:lnTo>
                  <a:lnTo>
                    <a:pt x="145" y="375"/>
                  </a:lnTo>
                  <a:lnTo>
                    <a:pt x="119" y="430"/>
                  </a:lnTo>
                  <a:lnTo>
                    <a:pt x="95" y="486"/>
                  </a:lnTo>
                  <a:lnTo>
                    <a:pt x="71" y="537"/>
                  </a:lnTo>
                  <a:lnTo>
                    <a:pt x="51" y="584"/>
                  </a:lnTo>
                  <a:lnTo>
                    <a:pt x="33" y="626"/>
                  </a:lnTo>
                  <a:lnTo>
                    <a:pt x="20" y="661"/>
                  </a:lnTo>
                  <a:lnTo>
                    <a:pt x="9" y="687"/>
                  </a:lnTo>
                  <a:lnTo>
                    <a:pt x="2" y="704"/>
                  </a:lnTo>
                  <a:lnTo>
                    <a:pt x="0" y="710"/>
                  </a:lnTo>
                  <a:lnTo>
                    <a:pt x="678" y="40"/>
                  </a:lnTo>
                  <a:close/>
                </a:path>
              </a:pathLst>
            </a:custGeom>
            <a:solidFill>
              <a:srgbClr val="B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1"/>
            <p:cNvSpPr/>
            <p:nvPr/>
          </p:nvSpPr>
          <p:spPr>
            <a:xfrm flipH="1">
              <a:off x="3692" y="2432"/>
              <a:ext cx="337" cy="73"/>
            </a:xfrm>
            <a:custGeom>
              <a:rect b="b" l="l" r="r" t="t"/>
              <a:pathLst>
                <a:path extrusionOk="0" h="235" w="871">
                  <a:moveTo>
                    <a:pt x="0" y="127"/>
                  </a:moveTo>
                  <a:lnTo>
                    <a:pt x="1" y="126"/>
                  </a:lnTo>
                  <a:lnTo>
                    <a:pt x="4" y="124"/>
                  </a:lnTo>
                  <a:lnTo>
                    <a:pt x="10" y="121"/>
                  </a:lnTo>
                  <a:lnTo>
                    <a:pt x="18" y="117"/>
                  </a:lnTo>
                  <a:lnTo>
                    <a:pt x="28" y="113"/>
                  </a:lnTo>
                  <a:lnTo>
                    <a:pt x="40" y="107"/>
                  </a:lnTo>
                  <a:lnTo>
                    <a:pt x="53" y="101"/>
                  </a:lnTo>
                  <a:lnTo>
                    <a:pt x="69" y="95"/>
                  </a:lnTo>
                  <a:lnTo>
                    <a:pt x="87" y="88"/>
                  </a:lnTo>
                  <a:lnTo>
                    <a:pt x="107" y="82"/>
                  </a:lnTo>
                  <a:lnTo>
                    <a:pt x="128" y="75"/>
                  </a:lnTo>
                  <a:lnTo>
                    <a:pt x="150" y="69"/>
                  </a:lnTo>
                  <a:lnTo>
                    <a:pt x="175" y="63"/>
                  </a:lnTo>
                  <a:lnTo>
                    <a:pt x="202" y="58"/>
                  </a:lnTo>
                  <a:lnTo>
                    <a:pt x="228" y="54"/>
                  </a:lnTo>
                  <a:lnTo>
                    <a:pt x="259" y="50"/>
                  </a:lnTo>
                  <a:lnTo>
                    <a:pt x="289" y="48"/>
                  </a:lnTo>
                  <a:lnTo>
                    <a:pt x="320" y="46"/>
                  </a:lnTo>
                  <a:lnTo>
                    <a:pt x="353" y="46"/>
                  </a:lnTo>
                  <a:lnTo>
                    <a:pt x="388" y="47"/>
                  </a:lnTo>
                  <a:lnTo>
                    <a:pt x="423" y="50"/>
                  </a:lnTo>
                  <a:lnTo>
                    <a:pt x="459" y="55"/>
                  </a:lnTo>
                  <a:lnTo>
                    <a:pt x="497" y="62"/>
                  </a:lnTo>
                  <a:lnTo>
                    <a:pt x="535" y="71"/>
                  </a:lnTo>
                  <a:lnTo>
                    <a:pt x="574" y="82"/>
                  </a:lnTo>
                  <a:lnTo>
                    <a:pt x="615" y="95"/>
                  </a:lnTo>
                  <a:lnTo>
                    <a:pt x="656" y="111"/>
                  </a:lnTo>
                  <a:lnTo>
                    <a:pt x="698" y="130"/>
                  </a:lnTo>
                  <a:lnTo>
                    <a:pt x="741" y="152"/>
                  </a:lnTo>
                  <a:lnTo>
                    <a:pt x="783" y="176"/>
                  </a:lnTo>
                  <a:lnTo>
                    <a:pt x="827" y="204"/>
                  </a:lnTo>
                  <a:lnTo>
                    <a:pt x="871" y="235"/>
                  </a:lnTo>
                  <a:lnTo>
                    <a:pt x="870" y="234"/>
                  </a:lnTo>
                  <a:lnTo>
                    <a:pt x="868" y="230"/>
                  </a:lnTo>
                  <a:lnTo>
                    <a:pt x="865" y="224"/>
                  </a:lnTo>
                  <a:lnTo>
                    <a:pt x="859" y="216"/>
                  </a:lnTo>
                  <a:lnTo>
                    <a:pt x="852" y="207"/>
                  </a:lnTo>
                  <a:lnTo>
                    <a:pt x="844" y="196"/>
                  </a:lnTo>
                  <a:lnTo>
                    <a:pt x="834" y="184"/>
                  </a:lnTo>
                  <a:lnTo>
                    <a:pt x="823" y="171"/>
                  </a:lnTo>
                  <a:lnTo>
                    <a:pt x="810" y="157"/>
                  </a:lnTo>
                  <a:lnTo>
                    <a:pt x="794" y="142"/>
                  </a:lnTo>
                  <a:lnTo>
                    <a:pt x="779" y="127"/>
                  </a:lnTo>
                  <a:lnTo>
                    <a:pt x="760" y="112"/>
                  </a:lnTo>
                  <a:lnTo>
                    <a:pt x="740" y="97"/>
                  </a:lnTo>
                  <a:lnTo>
                    <a:pt x="718" y="82"/>
                  </a:lnTo>
                  <a:lnTo>
                    <a:pt x="695" y="68"/>
                  </a:lnTo>
                  <a:lnTo>
                    <a:pt x="669" y="54"/>
                  </a:lnTo>
                  <a:lnTo>
                    <a:pt x="642" y="42"/>
                  </a:lnTo>
                  <a:lnTo>
                    <a:pt x="613" y="31"/>
                  </a:lnTo>
                  <a:lnTo>
                    <a:pt x="582" y="21"/>
                  </a:lnTo>
                  <a:lnTo>
                    <a:pt x="550" y="13"/>
                  </a:lnTo>
                  <a:lnTo>
                    <a:pt x="515" y="6"/>
                  </a:lnTo>
                  <a:lnTo>
                    <a:pt x="478" y="2"/>
                  </a:lnTo>
                  <a:lnTo>
                    <a:pt x="439" y="0"/>
                  </a:lnTo>
                  <a:lnTo>
                    <a:pt x="399" y="1"/>
                  </a:lnTo>
                  <a:lnTo>
                    <a:pt x="357" y="5"/>
                  </a:lnTo>
                  <a:lnTo>
                    <a:pt x="312" y="11"/>
                  </a:lnTo>
                  <a:lnTo>
                    <a:pt x="265" y="21"/>
                  </a:lnTo>
                  <a:lnTo>
                    <a:pt x="216" y="35"/>
                  </a:lnTo>
                  <a:lnTo>
                    <a:pt x="165" y="52"/>
                  </a:lnTo>
                  <a:lnTo>
                    <a:pt x="112" y="73"/>
                  </a:lnTo>
                  <a:lnTo>
                    <a:pt x="57" y="98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B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31"/>
            <p:cNvSpPr/>
            <p:nvPr/>
          </p:nvSpPr>
          <p:spPr>
            <a:xfrm flipH="1">
              <a:off x="3890" y="2076"/>
              <a:ext cx="324" cy="90"/>
            </a:xfrm>
            <a:custGeom>
              <a:rect b="b" l="l" r="r" t="t"/>
              <a:pathLst>
                <a:path extrusionOk="0" h="288" w="837">
                  <a:moveTo>
                    <a:pt x="0" y="60"/>
                  </a:moveTo>
                  <a:lnTo>
                    <a:pt x="3" y="60"/>
                  </a:lnTo>
                  <a:lnTo>
                    <a:pt x="8" y="58"/>
                  </a:lnTo>
                  <a:lnTo>
                    <a:pt x="17" y="57"/>
                  </a:lnTo>
                  <a:lnTo>
                    <a:pt x="30" y="54"/>
                  </a:lnTo>
                  <a:lnTo>
                    <a:pt x="46" y="52"/>
                  </a:lnTo>
                  <a:lnTo>
                    <a:pt x="64" y="49"/>
                  </a:lnTo>
                  <a:lnTo>
                    <a:pt x="85" y="46"/>
                  </a:lnTo>
                  <a:lnTo>
                    <a:pt x="110" y="42"/>
                  </a:lnTo>
                  <a:lnTo>
                    <a:pt x="135" y="39"/>
                  </a:lnTo>
                  <a:lnTo>
                    <a:pt x="163" y="37"/>
                  </a:lnTo>
                  <a:lnTo>
                    <a:pt x="193" y="34"/>
                  </a:lnTo>
                  <a:lnTo>
                    <a:pt x="225" y="32"/>
                  </a:lnTo>
                  <a:lnTo>
                    <a:pt x="257" y="31"/>
                  </a:lnTo>
                  <a:lnTo>
                    <a:pt x="290" y="31"/>
                  </a:lnTo>
                  <a:lnTo>
                    <a:pt x="325" y="31"/>
                  </a:lnTo>
                  <a:lnTo>
                    <a:pt x="361" y="32"/>
                  </a:lnTo>
                  <a:lnTo>
                    <a:pt x="396" y="35"/>
                  </a:lnTo>
                  <a:lnTo>
                    <a:pt x="432" y="38"/>
                  </a:lnTo>
                  <a:lnTo>
                    <a:pt x="469" y="43"/>
                  </a:lnTo>
                  <a:lnTo>
                    <a:pt x="505" y="50"/>
                  </a:lnTo>
                  <a:lnTo>
                    <a:pt x="539" y="58"/>
                  </a:lnTo>
                  <a:lnTo>
                    <a:pt x="574" y="67"/>
                  </a:lnTo>
                  <a:lnTo>
                    <a:pt x="608" y="79"/>
                  </a:lnTo>
                  <a:lnTo>
                    <a:pt x="641" y="92"/>
                  </a:lnTo>
                  <a:lnTo>
                    <a:pt x="672" y="108"/>
                  </a:lnTo>
                  <a:lnTo>
                    <a:pt x="702" y="126"/>
                  </a:lnTo>
                  <a:lnTo>
                    <a:pt x="730" y="146"/>
                  </a:lnTo>
                  <a:lnTo>
                    <a:pt x="757" y="169"/>
                  </a:lnTo>
                  <a:lnTo>
                    <a:pt x="780" y="194"/>
                  </a:lnTo>
                  <a:lnTo>
                    <a:pt x="803" y="222"/>
                  </a:lnTo>
                  <a:lnTo>
                    <a:pt x="822" y="254"/>
                  </a:lnTo>
                  <a:lnTo>
                    <a:pt x="837" y="288"/>
                  </a:lnTo>
                  <a:lnTo>
                    <a:pt x="837" y="287"/>
                  </a:lnTo>
                  <a:lnTo>
                    <a:pt x="836" y="283"/>
                  </a:lnTo>
                  <a:lnTo>
                    <a:pt x="834" y="277"/>
                  </a:lnTo>
                  <a:lnTo>
                    <a:pt x="832" y="269"/>
                  </a:lnTo>
                  <a:lnTo>
                    <a:pt x="828" y="260"/>
                  </a:lnTo>
                  <a:lnTo>
                    <a:pt x="824" y="248"/>
                  </a:lnTo>
                  <a:lnTo>
                    <a:pt x="817" y="235"/>
                  </a:lnTo>
                  <a:lnTo>
                    <a:pt x="810" y="221"/>
                  </a:lnTo>
                  <a:lnTo>
                    <a:pt x="801" y="206"/>
                  </a:lnTo>
                  <a:lnTo>
                    <a:pt x="791" y="190"/>
                  </a:lnTo>
                  <a:lnTo>
                    <a:pt x="780" y="174"/>
                  </a:lnTo>
                  <a:lnTo>
                    <a:pt x="767" y="157"/>
                  </a:lnTo>
                  <a:lnTo>
                    <a:pt x="752" y="141"/>
                  </a:lnTo>
                  <a:lnTo>
                    <a:pt x="736" y="124"/>
                  </a:lnTo>
                  <a:lnTo>
                    <a:pt x="717" y="107"/>
                  </a:lnTo>
                  <a:lnTo>
                    <a:pt x="695" y="91"/>
                  </a:lnTo>
                  <a:lnTo>
                    <a:pt x="673" y="76"/>
                  </a:lnTo>
                  <a:lnTo>
                    <a:pt x="647" y="61"/>
                  </a:lnTo>
                  <a:lnTo>
                    <a:pt x="620" y="48"/>
                  </a:lnTo>
                  <a:lnTo>
                    <a:pt x="589" y="36"/>
                  </a:lnTo>
                  <a:lnTo>
                    <a:pt x="557" y="25"/>
                  </a:lnTo>
                  <a:lnTo>
                    <a:pt x="521" y="16"/>
                  </a:lnTo>
                  <a:lnTo>
                    <a:pt x="483" y="8"/>
                  </a:lnTo>
                  <a:lnTo>
                    <a:pt x="442" y="3"/>
                  </a:lnTo>
                  <a:lnTo>
                    <a:pt x="399" y="0"/>
                  </a:lnTo>
                  <a:lnTo>
                    <a:pt x="352" y="0"/>
                  </a:lnTo>
                  <a:lnTo>
                    <a:pt x="302" y="2"/>
                  </a:lnTo>
                  <a:lnTo>
                    <a:pt x="248" y="7"/>
                  </a:lnTo>
                  <a:lnTo>
                    <a:pt x="191" y="15"/>
                  </a:lnTo>
                  <a:lnTo>
                    <a:pt x="132" y="26"/>
                  </a:lnTo>
                  <a:lnTo>
                    <a:pt x="67" y="41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1"/>
            <p:cNvSpPr/>
            <p:nvPr/>
          </p:nvSpPr>
          <p:spPr>
            <a:xfrm flipH="1">
              <a:off x="4235" y="2104"/>
              <a:ext cx="182" cy="300"/>
            </a:xfrm>
            <a:custGeom>
              <a:rect b="b" l="l" r="r" t="t"/>
              <a:pathLst>
                <a:path extrusionOk="0" h="969" w="468">
                  <a:moveTo>
                    <a:pt x="468" y="0"/>
                  </a:moveTo>
                  <a:lnTo>
                    <a:pt x="462" y="10"/>
                  </a:lnTo>
                  <a:lnTo>
                    <a:pt x="449" y="39"/>
                  </a:lnTo>
                  <a:lnTo>
                    <a:pt x="426" y="84"/>
                  </a:lnTo>
                  <a:lnTo>
                    <a:pt x="397" y="142"/>
                  </a:lnTo>
                  <a:lnTo>
                    <a:pt x="363" y="212"/>
                  </a:lnTo>
                  <a:lnTo>
                    <a:pt x="324" y="290"/>
                  </a:lnTo>
                  <a:lnTo>
                    <a:pt x="282" y="374"/>
                  </a:lnTo>
                  <a:lnTo>
                    <a:pt x="240" y="461"/>
                  </a:lnTo>
                  <a:lnTo>
                    <a:pt x="197" y="549"/>
                  </a:lnTo>
                  <a:lnTo>
                    <a:pt x="155" y="635"/>
                  </a:lnTo>
                  <a:lnTo>
                    <a:pt x="115" y="716"/>
                  </a:lnTo>
                  <a:lnTo>
                    <a:pt x="79" y="791"/>
                  </a:lnTo>
                  <a:lnTo>
                    <a:pt x="49" y="856"/>
                  </a:lnTo>
                  <a:lnTo>
                    <a:pt x="25" y="909"/>
                  </a:lnTo>
                  <a:lnTo>
                    <a:pt x="8" y="948"/>
                  </a:lnTo>
                  <a:lnTo>
                    <a:pt x="0" y="969"/>
                  </a:lnTo>
                  <a:lnTo>
                    <a:pt x="5" y="962"/>
                  </a:lnTo>
                  <a:lnTo>
                    <a:pt x="16" y="942"/>
                  </a:lnTo>
                  <a:lnTo>
                    <a:pt x="35" y="911"/>
                  </a:lnTo>
                  <a:lnTo>
                    <a:pt x="59" y="869"/>
                  </a:lnTo>
                  <a:lnTo>
                    <a:pt x="88" y="818"/>
                  </a:lnTo>
                  <a:lnTo>
                    <a:pt x="122" y="759"/>
                  </a:lnTo>
                  <a:lnTo>
                    <a:pt x="158" y="692"/>
                  </a:lnTo>
                  <a:lnTo>
                    <a:pt x="197" y="621"/>
                  </a:lnTo>
                  <a:lnTo>
                    <a:pt x="236" y="545"/>
                  </a:lnTo>
                  <a:lnTo>
                    <a:pt x="276" y="467"/>
                  </a:lnTo>
                  <a:lnTo>
                    <a:pt x="315" y="385"/>
                  </a:lnTo>
                  <a:lnTo>
                    <a:pt x="353" y="305"/>
                  </a:lnTo>
                  <a:lnTo>
                    <a:pt x="387" y="225"/>
                  </a:lnTo>
                  <a:lnTo>
                    <a:pt x="419" y="145"/>
                  </a:lnTo>
                  <a:lnTo>
                    <a:pt x="445" y="71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1"/>
            <p:cNvSpPr/>
            <p:nvPr/>
          </p:nvSpPr>
          <p:spPr>
            <a:xfrm flipH="1">
              <a:off x="4036" y="2401"/>
              <a:ext cx="399" cy="79"/>
            </a:xfrm>
            <a:custGeom>
              <a:rect b="b" l="l" r="r" t="t"/>
              <a:pathLst>
                <a:path extrusionOk="0" h="252" w="1032">
                  <a:moveTo>
                    <a:pt x="0" y="42"/>
                  </a:moveTo>
                  <a:lnTo>
                    <a:pt x="2" y="41"/>
                  </a:lnTo>
                  <a:lnTo>
                    <a:pt x="9" y="40"/>
                  </a:lnTo>
                  <a:lnTo>
                    <a:pt x="19" y="38"/>
                  </a:lnTo>
                  <a:lnTo>
                    <a:pt x="33" y="35"/>
                  </a:lnTo>
                  <a:lnTo>
                    <a:pt x="51" y="32"/>
                  </a:lnTo>
                  <a:lnTo>
                    <a:pt x="74" y="28"/>
                  </a:lnTo>
                  <a:lnTo>
                    <a:pt x="98" y="24"/>
                  </a:lnTo>
                  <a:lnTo>
                    <a:pt x="125" y="20"/>
                  </a:lnTo>
                  <a:lnTo>
                    <a:pt x="155" y="16"/>
                  </a:lnTo>
                  <a:lnTo>
                    <a:pt x="187" y="12"/>
                  </a:lnTo>
                  <a:lnTo>
                    <a:pt x="222" y="8"/>
                  </a:lnTo>
                  <a:lnTo>
                    <a:pt x="259" y="5"/>
                  </a:lnTo>
                  <a:lnTo>
                    <a:pt x="297" y="3"/>
                  </a:lnTo>
                  <a:lnTo>
                    <a:pt x="337" y="1"/>
                  </a:lnTo>
                  <a:lnTo>
                    <a:pt x="377" y="0"/>
                  </a:lnTo>
                  <a:lnTo>
                    <a:pt x="420" y="0"/>
                  </a:lnTo>
                  <a:lnTo>
                    <a:pt x="462" y="1"/>
                  </a:lnTo>
                  <a:lnTo>
                    <a:pt x="505" y="4"/>
                  </a:lnTo>
                  <a:lnTo>
                    <a:pt x="549" y="8"/>
                  </a:lnTo>
                  <a:lnTo>
                    <a:pt x="592" y="13"/>
                  </a:lnTo>
                  <a:lnTo>
                    <a:pt x="636" y="20"/>
                  </a:lnTo>
                  <a:lnTo>
                    <a:pt x="678" y="29"/>
                  </a:lnTo>
                  <a:lnTo>
                    <a:pt x="721" y="40"/>
                  </a:lnTo>
                  <a:lnTo>
                    <a:pt x="762" y="53"/>
                  </a:lnTo>
                  <a:lnTo>
                    <a:pt x="802" y="69"/>
                  </a:lnTo>
                  <a:lnTo>
                    <a:pt x="841" y="87"/>
                  </a:lnTo>
                  <a:lnTo>
                    <a:pt x="878" y="108"/>
                  </a:lnTo>
                  <a:lnTo>
                    <a:pt x="914" y="131"/>
                  </a:lnTo>
                  <a:lnTo>
                    <a:pt x="947" y="157"/>
                  </a:lnTo>
                  <a:lnTo>
                    <a:pt x="979" y="185"/>
                  </a:lnTo>
                  <a:lnTo>
                    <a:pt x="1006" y="217"/>
                  </a:lnTo>
                  <a:lnTo>
                    <a:pt x="1032" y="252"/>
                  </a:lnTo>
                  <a:lnTo>
                    <a:pt x="1031" y="251"/>
                  </a:lnTo>
                  <a:lnTo>
                    <a:pt x="1029" y="248"/>
                  </a:lnTo>
                  <a:lnTo>
                    <a:pt x="1024" y="244"/>
                  </a:lnTo>
                  <a:lnTo>
                    <a:pt x="1018" y="239"/>
                  </a:lnTo>
                  <a:lnTo>
                    <a:pt x="1010" y="232"/>
                  </a:lnTo>
                  <a:lnTo>
                    <a:pt x="1000" y="223"/>
                  </a:lnTo>
                  <a:lnTo>
                    <a:pt x="989" y="214"/>
                  </a:lnTo>
                  <a:lnTo>
                    <a:pt x="975" y="204"/>
                  </a:lnTo>
                  <a:lnTo>
                    <a:pt x="960" y="193"/>
                  </a:lnTo>
                  <a:lnTo>
                    <a:pt x="942" y="182"/>
                  </a:lnTo>
                  <a:lnTo>
                    <a:pt x="922" y="170"/>
                  </a:lnTo>
                  <a:lnTo>
                    <a:pt x="900" y="157"/>
                  </a:lnTo>
                  <a:lnTo>
                    <a:pt x="877" y="145"/>
                  </a:lnTo>
                  <a:lnTo>
                    <a:pt x="851" y="132"/>
                  </a:lnTo>
                  <a:lnTo>
                    <a:pt x="823" y="119"/>
                  </a:lnTo>
                  <a:lnTo>
                    <a:pt x="793" y="107"/>
                  </a:lnTo>
                  <a:lnTo>
                    <a:pt x="761" y="94"/>
                  </a:lnTo>
                  <a:lnTo>
                    <a:pt x="726" y="82"/>
                  </a:lnTo>
                  <a:lnTo>
                    <a:pt x="690" y="71"/>
                  </a:lnTo>
                  <a:lnTo>
                    <a:pt x="652" y="61"/>
                  </a:lnTo>
                  <a:lnTo>
                    <a:pt x="610" y="51"/>
                  </a:lnTo>
                  <a:lnTo>
                    <a:pt x="567" y="43"/>
                  </a:lnTo>
                  <a:lnTo>
                    <a:pt x="521" y="35"/>
                  </a:lnTo>
                  <a:lnTo>
                    <a:pt x="473" y="29"/>
                  </a:lnTo>
                  <a:lnTo>
                    <a:pt x="423" y="24"/>
                  </a:lnTo>
                  <a:lnTo>
                    <a:pt x="369" y="21"/>
                  </a:lnTo>
                  <a:lnTo>
                    <a:pt x="315" y="20"/>
                  </a:lnTo>
                  <a:lnTo>
                    <a:pt x="257" y="20"/>
                  </a:lnTo>
                  <a:lnTo>
                    <a:pt x="196" y="22"/>
                  </a:lnTo>
                  <a:lnTo>
                    <a:pt x="133" y="27"/>
                  </a:lnTo>
                  <a:lnTo>
                    <a:pt x="68" y="33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1"/>
            <p:cNvSpPr/>
            <p:nvPr/>
          </p:nvSpPr>
          <p:spPr>
            <a:xfrm flipH="1">
              <a:off x="3785" y="2460"/>
              <a:ext cx="240" cy="56"/>
            </a:xfrm>
            <a:custGeom>
              <a:rect b="b" l="l" r="r" t="t"/>
              <a:pathLst>
                <a:path extrusionOk="0" h="177" w="617">
                  <a:moveTo>
                    <a:pt x="0" y="62"/>
                  </a:moveTo>
                  <a:lnTo>
                    <a:pt x="5" y="60"/>
                  </a:lnTo>
                  <a:lnTo>
                    <a:pt x="17" y="54"/>
                  </a:lnTo>
                  <a:lnTo>
                    <a:pt x="37" y="46"/>
                  </a:lnTo>
                  <a:lnTo>
                    <a:pt x="63" y="36"/>
                  </a:lnTo>
                  <a:lnTo>
                    <a:pt x="95" y="25"/>
                  </a:lnTo>
                  <a:lnTo>
                    <a:pt x="132" y="16"/>
                  </a:lnTo>
                  <a:lnTo>
                    <a:pt x="173" y="7"/>
                  </a:lnTo>
                  <a:lnTo>
                    <a:pt x="219" y="2"/>
                  </a:lnTo>
                  <a:lnTo>
                    <a:pt x="267" y="0"/>
                  </a:lnTo>
                  <a:lnTo>
                    <a:pt x="317" y="3"/>
                  </a:lnTo>
                  <a:lnTo>
                    <a:pt x="367" y="11"/>
                  </a:lnTo>
                  <a:lnTo>
                    <a:pt x="420" y="27"/>
                  </a:lnTo>
                  <a:lnTo>
                    <a:pt x="471" y="50"/>
                  </a:lnTo>
                  <a:lnTo>
                    <a:pt x="522" y="82"/>
                  </a:lnTo>
                  <a:lnTo>
                    <a:pt x="570" y="124"/>
                  </a:lnTo>
                  <a:lnTo>
                    <a:pt x="617" y="177"/>
                  </a:lnTo>
                  <a:lnTo>
                    <a:pt x="615" y="174"/>
                  </a:lnTo>
                  <a:lnTo>
                    <a:pt x="608" y="167"/>
                  </a:lnTo>
                  <a:lnTo>
                    <a:pt x="597" y="157"/>
                  </a:lnTo>
                  <a:lnTo>
                    <a:pt x="582" y="143"/>
                  </a:lnTo>
                  <a:lnTo>
                    <a:pt x="560" y="127"/>
                  </a:lnTo>
                  <a:lnTo>
                    <a:pt x="535" y="110"/>
                  </a:lnTo>
                  <a:lnTo>
                    <a:pt x="505" y="93"/>
                  </a:lnTo>
                  <a:lnTo>
                    <a:pt x="470" y="76"/>
                  </a:lnTo>
                  <a:lnTo>
                    <a:pt x="429" y="61"/>
                  </a:lnTo>
                  <a:lnTo>
                    <a:pt x="384" y="48"/>
                  </a:lnTo>
                  <a:lnTo>
                    <a:pt x="333" y="38"/>
                  </a:lnTo>
                  <a:lnTo>
                    <a:pt x="277" y="31"/>
                  </a:lnTo>
                  <a:lnTo>
                    <a:pt x="217" y="30"/>
                  </a:lnTo>
                  <a:lnTo>
                    <a:pt x="150" y="34"/>
                  </a:lnTo>
                  <a:lnTo>
                    <a:pt x="77" y="44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1"/>
            <p:cNvSpPr/>
            <p:nvPr/>
          </p:nvSpPr>
          <p:spPr>
            <a:xfrm flipH="1">
              <a:off x="3668" y="2524"/>
              <a:ext cx="103" cy="31"/>
            </a:xfrm>
            <a:custGeom>
              <a:rect b="b" l="l" r="r" t="t"/>
              <a:pathLst>
                <a:path extrusionOk="0" h="99" w="263">
                  <a:moveTo>
                    <a:pt x="0" y="0"/>
                  </a:moveTo>
                  <a:lnTo>
                    <a:pt x="2" y="1"/>
                  </a:lnTo>
                  <a:lnTo>
                    <a:pt x="7" y="6"/>
                  </a:lnTo>
                  <a:lnTo>
                    <a:pt x="16" y="13"/>
                  </a:lnTo>
                  <a:lnTo>
                    <a:pt x="27" y="20"/>
                  </a:lnTo>
                  <a:lnTo>
                    <a:pt x="40" y="29"/>
                  </a:lnTo>
                  <a:lnTo>
                    <a:pt x="56" y="39"/>
                  </a:lnTo>
                  <a:lnTo>
                    <a:pt x="74" y="49"/>
                  </a:lnTo>
                  <a:lnTo>
                    <a:pt x="93" y="59"/>
                  </a:lnTo>
                  <a:lnTo>
                    <a:pt x="113" y="69"/>
                  </a:lnTo>
                  <a:lnTo>
                    <a:pt x="134" y="77"/>
                  </a:lnTo>
                  <a:lnTo>
                    <a:pt x="156" y="84"/>
                  </a:lnTo>
                  <a:lnTo>
                    <a:pt x="178" y="89"/>
                  </a:lnTo>
                  <a:lnTo>
                    <a:pt x="200" y="92"/>
                  </a:lnTo>
                  <a:lnTo>
                    <a:pt x="222" y="92"/>
                  </a:lnTo>
                  <a:lnTo>
                    <a:pt x="243" y="89"/>
                  </a:lnTo>
                  <a:lnTo>
                    <a:pt x="263" y="82"/>
                  </a:lnTo>
                  <a:lnTo>
                    <a:pt x="262" y="83"/>
                  </a:lnTo>
                  <a:lnTo>
                    <a:pt x="257" y="85"/>
                  </a:lnTo>
                  <a:lnTo>
                    <a:pt x="249" y="88"/>
                  </a:lnTo>
                  <a:lnTo>
                    <a:pt x="239" y="91"/>
                  </a:lnTo>
                  <a:lnTo>
                    <a:pt x="227" y="94"/>
                  </a:lnTo>
                  <a:lnTo>
                    <a:pt x="212" y="97"/>
                  </a:lnTo>
                  <a:lnTo>
                    <a:pt x="195" y="99"/>
                  </a:lnTo>
                  <a:lnTo>
                    <a:pt x="178" y="99"/>
                  </a:lnTo>
                  <a:lnTo>
                    <a:pt x="157" y="98"/>
                  </a:lnTo>
                  <a:lnTo>
                    <a:pt x="136" y="94"/>
                  </a:lnTo>
                  <a:lnTo>
                    <a:pt x="115" y="88"/>
                  </a:lnTo>
                  <a:lnTo>
                    <a:pt x="92" y="79"/>
                  </a:lnTo>
                  <a:lnTo>
                    <a:pt x="69" y="66"/>
                  </a:lnTo>
                  <a:lnTo>
                    <a:pt x="46" y="49"/>
                  </a:lnTo>
                  <a:lnTo>
                    <a:pt x="22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1"/>
            <p:cNvSpPr/>
            <p:nvPr/>
          </p:nvSpPr>
          <p:spPr>
            <a:xfrm flipH="1">
              <a:off x="3757" y="2335"/>
              <a:ext cx="235" cy="94"/>
            </a:xfrm>
            <a:custGeom>
              <a:rect b="b" l="l" r="r" t="t"/>
              <a:pathLst>
                <a:path extrusionOk="0" h="305" w="609">
                  <a:moveTo>
                    <a:pt x="0" y="305"/>
                  </a:moveTo>
                  <a:lnTo>
                    <a:pt x="1" y="300"/>
                  </a:lnTo>
                  <a:lnTo>
                    <a:pt x="7" y="285"/>
                  </a:lnTo>
                  <a:lnTo>
                    <a:pt x="15" y="262"/>
                  </a:lnTo>
                  <a:lnTo>
                    <a:pt x="28" y="234"/>
                  </a:lnTo>
                  <a:lnTo>
                    <a:pt x="46" y="202"/>
                  </a:lnTo>
                  <a:lnTo>
                    <a:pt x="67" y="167"/>
                  </a:lnTo>
                  <a:lnTo>
                    <a:pt x="94" y="131"/>
                  </a:lnTo>
                  <a:lnTo>
                    <a:pt x="126" y="96"/>
                  </a:lnTo>
                  <a:lnTo>
                    <a:pt x="164" y="64"/>
                  </a:lnTo>
                  <a:lnTo>
                    <a:pt x="207" y="37"/>
                  </a:lnTo>
                  <a:lnTo>
                    <a:pt x="258" y="17"/>
                  </a:lnTo>
                  <a:lnTo>
                    <a:pt x="313" y="3"/>
                  </a:lnTo>
                  <a:lnTo>
                    <a:pt x="376" y="0"/>
                  </a:lnTo>
                  <a:lnTo>
                    <a:pt x="446" y="10"/>
                  </a:lnTo>
                  <a:lnTo>
                    <a:pt x="524" y="32"/>
                  </a:lnTo>
                  <a:lnTo>
                    <a:pt x="609" y="69"/>
                  </a:lnTo>
                  <a:lnTo>
                    <a:pt x="605" y="67"/>
                  </a:lnTo>
                  <a:lnTo>
                    <a:pt x="590" y="61"/>
                  </a:lnTo>
                  <a:lnTo>
                    <a:pt x="569" y="53"/>
                  </a:lnTo>
                  <a:lnTo>
                    <a:pt x="540" y="44"/>
                  </a:lnTo>
                  <a:lnTo>
                    <a:pt x="505" y="36"/>
                  </a:lnTo>
                  <a:lnTo>
                    <a:pt x="466" y="28"/>
                  </a:lnTo>
                  <a:lnTo>
                    <a:pt x="422" y="24"/>
                  </a:lnTo>
                  <a:lnTo>
                    <a:pt x="375" y="23"/>
                  </a:lnTo>
                  <a:lnTo>
                    <a:pt x="326" y="27"/>
                  </a:lnTo>
                  <a:lnTo>
                    <a:pt x="275" y="38"/>
                  </a:lnTo>
                  <a:lnTo>
                    <a:pt x="224" y="56"/>
                  </a:lnTo>
                  <a:lnTo>
                    <a:pt x="174" y="83"/>
                  </a:lnTo>
                  <a:lnTo>
                    <a:pt x="126" y="121"/>
                  </a:lnTo>
                  <a:lnTo>
                    <a:pt x="80" y="169"/>
                  </a:lnTo>
                  <a:lnTo>
                    <a:pt x="38" y="230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31"/>
            <p:cNvSpPr/>
            <p:nvPr/>
          </p:nvSpPr>
          <p:spPr>
            <a:xfrm flipH="1">
              <a:off x="3727" y="2299"/>
              <a:ext cx="17" cy="57"/>
            </a:xfrm>
            <a:custGeom>
              <a:rect b="b" l="l" r="r" t="t"/>
              <a:pathLst>
                <a:path extrusionOk="0" h="184" w="47">
                  <a:moveTo>
                    <a:pt x="47" y="0"/>
                  </a:moveTo>
                  <a:lnTo>
                    <a:pt x="44" y="2"/>
                  </a:lnTo>
                  <a:lnTo>
                    <a:pt x="35" y="9"/>
                  </a:lnTo>
                  <a:lnTo>
                    <a:pt x="24" y="21"/>
                  </a:lnTo>
                  <a:lnTo>
                    <a:pt x="12" y="39"/>
                  </a:lnTo>
                  <a:lnTo>
                    <a:pt x="3" y="64"/>
                  </a:lnTo>
                  <a:lnTo>
                    <a:pt x="0" y="96"/>
                  </a:lnTo>
                  <a:lnTo>
                    <a:pt x="3" y="136"/>
                  </a:lnTo>
                  <a:lnTo>
                    <a:pt x="17" y="184"/>
                  </a:lnTo>
                  <a:lnTo>
                    <a:pt x="20" y="153"/>
                  </a:lnTo>
                  <a:lnTo>
                    <a:pt x="29" y="85"/>
                  </a:lnTo>
                  <a:lnTo>
                    <a:pt x="38" y="22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31"/>
            <p:cNvSpPr/>
            <p:nvPr/>
          </p:nvSpPr>
          <p:spPr>
            <a:xfrm flipH="1">
              <a:off x="3751" y="2400"/>
              <a:ext cx="247" cy="51"/>
            </a:xfrm>
            <a:custGeom>
              <a:rect b="b" l="l" r="r" t="t"/>
              <a:pathLst>
                <a:path extrusionOk="0" h="165" w="640">
                  <a:moveTo>
                    <a:pt x="0" y="165"/>
                  </a:moveTo>
                  <a:lnTo>
                    <a:pt x="4" y="161"/>
                  </a:lnTo>
                  <a:lnTo>
                    <a:pt x="14" y="152"/>
                  </a:lnTo>
                  <a:lnTo>
                    <a:pt x="30" y="137"/>
                  </a:lnTo>
                  <a:lnTo>
                    <a:pt x="53" y="118"/>
                  </a:lnTo>
                  <a:lnTo>
                    <a:pt x="80" y="97"/>
                  </a:lnTo>
                  <a:lnTo>
                    <a:pt x="113" y="75"/>
                  </a:lnTo>
                  <a:lnTo>
                    <a:pt x="150" y="54"/>
                  </a:lnTo>
                  <a:lnTo>
                    <a:pt x="192" y="34"/>
                  </a:lnTo>
                  <a:lnTo>
                    <a:pt x="238" y="18"/>
                  </a:lnTo>
                  <a:lnTo>
                    <a:pt x="287" y="6"/>
                  </a:lnTo>
                  <a:lnTo>
                    <a:pt x="341" y="0"/>
                  </a:lnTo>
                  <a:lnTo>
                    <a:pt x="395" y="1"/>
                  </a:lnTo>
                  <a:lnTo>
                    <a:pt x="453" y="11"/>
                  </a:lnTo>
                  <a:lnTo>
                    <a:pt x="515" y="30"/>
                  </a:lnTo>
                  <a:lnTo>
                    <a:pt x="576" y="61"/>
                  </a:lnTo>
                  <a:lnTo>
                    <a:pt x="640" y="105"/>
                  </a:lnTo>
                  <a:lnTo>
                    <a:pt x="636" y="102"/>
                  </a:lnTo>
                  <a:lnTo>
                    <a:pt x="625" y="96"/>
                  </a:lnTo>
                  <a:lnTo>
                    <a:pt x="607" y="88"/>
                  </a:lnTo>
                  <a:lnTo>
                    <a:pt x="584" y="77"/>
                  </a:lnTo>
                  <a:lnTo>
                    <a:pt x="555" y="66"/>
                  </a:lnTo>
                  <a:lnTo>
                    <a:pt x="520" y="55"/>
                  </a:lnTo>
                  <a:lnTo>
                    <a:pt x="481" y="46"/>
                  </a:lnTo>
                  <a:lnTo>
                    <a:pt x="438" y="38"/>
                  </a:lnTo>
                  <a:lnTo>
                    <a:pt x="391" y="33"/>
                  </a:lnTo>
                  <a:lnTo>
                    <a:pt x="341" y="33"/>
                  </a:lnTo>
                  <a:lnTo>
                    <a:pt x="288" y="37"/>
                  </a:lnTo>
                  <a:lnTo>
                    <a:pt x="234" y="47"/>
                  </a:lnTo>
                  <a:lnTo>
                    <a:pt x="177" y="63"/>
                  </a:lnTo>
                  <a:lnTo>
                    <a:pt x="119" y="88"/>
                  </a:lnTo>
                  <a:lnTo>
                    <a:pt x="59" y="122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1"/>
            <p:cNvSpPr/>
            <p:nvPr/>
          </p:nvSpPr>
          <p:spPr>
            <a:xfrm flipH="1">
              <a:off x="4039" y="2422"/>
              <a:ext cx="404" cy="65"/>
            </a:xfrm>
            <a:custGeom>
              <a:rect b="b" l="l" r="r" t="t"/>
              <a:pathLst>
                <a:path extrusionOk="0" h="211" w="1043">
                  <a:moveTo>
                    <a:pt x="0" y="57"/>
                  </a:moveTo>
                  <a:lnTo>
                    <a:pt x="2" y="56"/>
                  </a:lnTo>
                  <a:lnTo>
                    <a:pt x="7" y="55"/>
                  </a:lnTo>
                  <a:lnTo>
                    <a:pt x="16" y="52"/>
                  </a:lnTo>
                  <a:lnTo>
                    <a:pt x="27" y="49"/>
                  </a:lnTo>
                  <a:lnTo>
                    <a:pt x="41" y="45"/>
                  </a:lnTo>
                  <a:lnTo>
                    <a:pt x="59" y="41"/>
                  </a:lnTo>
                  <a:lnTo>
                    <a:pt x="79" y="36"/>
                  </a:lnTo>
                  <a:lnTo>
                    <a:pt x="102" y="30"/>
                  </a:lnTo>
                  <a:lnTo>
                    <a:pt x="127" y="25"/>
                  </a:lnTo>
                  <a:lnTo>
                    <a:pt x="154" y="20"/>
                  </a:lnTo>
                  <a:lnTo>
                    <a:pt x="184" y="16"/>
                  </a:lnTo>
                  <a:lnTo>
                    <a:pt x="215" y="11"/>
                  </a:lnTo>
                  <a:lnTo>
                    <a:pt x="249" y="8"/>
                  </a:lnTo>
                  <a:lnTo>
                    <a:pt x="283" y="4"/>
                  </a:lnTo>
                  <a:lnTo>
                    <a:pt x="320" y="2"/>
                  </a:lnTo>
                  <a:lnTo>
                    <a:pt x="358" y="0"/>
                  </a:lnTo>
                  <a:lnTo>
                    <a:pt x="397" y="0"/>
                  </a:lnTo>
                  <a:lnTo>
                    <a:pt x="437" y="0"/>
                  </a:lnTo>
                  <a:lnTo>
                    <a:pt x="479" y="2"/>
                  </a:lnTo>
                  <a:lnTo>
                    <a:pt x="521" y="6"/>
                  </a:lnTo>
                  <a:lnTo>
                    <a:pt x="565" y="11"/>
                  </a:lnTo>
                  <a:lnTo>
                    <a:pt x="608" y="17"/>
                  </a:lnTo>
                  <a:lnTo>
                    <a:pt x="652" y="26"/>
                  </a:lnTo>
                  <a:lnTo>
                    <a:pt x="696" y="38"/>
                  </a:lnTo>
                  <a:lnTo>
                    <a:pt x="741" y="50"/>
                  </a:lnTo>
                  <a:lnTo>
                    <a:pt x="786" y="65"/>
                  </a:lnTo>
                  <a:lnTo>
                    <a:pt x="829" y="83"/>
                  </a:lnTo>
                  <a:lnTo>
                    <a:pt x="874" y="103"/>
                  </a:lnTo>
                  <a:lnTo>
                    <a:pt x="917" y="125"/>
                  </a:lnTo>
                  <a:lnTo>
                    <a:pt x="960" y="151"/>
                  </a:lnTo>
                  <a:lnTo>
                    <a:pt x="1002" y="179"/>
                  </a:lnTo>
                  <a:lnTo>
                    <a:pt x="1043" y="211"/>
                  </a:lnTo>
                  <a:lnTo>
                    <a:pt x="1042" y="210"/>
                  </a:lnTo>
                  <a:lnTo>
                    <a:pt x="1040" y="208"/>
                  </a:lnTo>
                  <a:lnTo>
                    <a:pt x="1035" y="204"/>
                  </a:lnTo>
                  <a:lnTo>
                    <a:pt x="1029" y="198"/>
                  </a:lnTo>
                  <a:lnTo>
                    <a:pt x="1020" y="192"/>
                  </a:lnTo>
                  <a:lnTo>
                    <a:pt x="1010" y="184"/>
                  </a:lnTo>
                  <a:lnTo>
                    <a:pt x="998" y="176"/>
                  </a:lnTo>
                  <a:lnTo>
                    <a:pt x="983" y="166"/>
                  </a:lnTo>
                  <a:lnTo>
                    <a:pt x="966" y="156"/>
                  </a:lnTo>
                  <a:lnTo>
                    <a:pt x="948" y="146"/>
                  </a:lnTo>
                  <a:lnTo>
                    <a:pt x="928" y="135"/>
                  </a:lnTo>
                  <a:lnTo>
                    <a:pt x="906" y="124"/>
                  </a:lnTo>
                  <a:lnTo>
                    <a:pt x="882" y="112"/>
                  </a:lnTo>
                  <a:lnTo>
                    <a:pt x="855" y="101"/>
                  </a:lnTo>
                  <a:lnTo>
                    <a:pt x="826" y="90"/>
                  </a:lnTo>
                  <a:lnTo>
                    <a:pt x="796" y="79"/>
                  </a:lnTo>
                  <a:lnTo>
                    <a:pt x="762" y="68"/>
                  </a:lnTo>
                  <a:lnTo>
                    <a:pt x="728" y="59"/>
                  </a:lnTo>
                  <a:lnTo>
                    <a:pt x="691" y="49"/>
                  </a:lnTo>
                  <a:lnTo>
                    <a:pt x="651" y="41"/>
                  </a:lnTo>
                  <a:lnTo>
                    <a:pt x="609" y="34"/>
                  </a:lnTo>
                  <a:lnTo>
                    <a:pt x="566" y="27"/>
                  </a:lnTo>
                  <a:lnTo>
                    <a:pt x="519" y="22"/>
                  </a:lnTo>
                  <a:lnTo>
                    <a:pt x="471" y="18"/>
                  </a:lnTo>
                  <a:lnTo>
                    <a:pt x="421" y="16"/>
                  </a:lnTo>
                  <a:lnTo>
                    <a:pt x="367" y="16"/>
                  </a:lnTo>
                  <a:lnTo>
                    <a:pt x="312" y="17"/>
                  </a:lnTo>
                  <a:lnTo>
                    <a:pt x="254" y="20"/>
                  </a:lnTo>
                  <a:lnTo>
                    <a:pt x="194" y="26"/>
                  </a:lnTo>
                  <a:lnTo>
                    <a:pt x="132" y="35"/>
                  </a:lnTo>
                  <a:lnTo>
                    <a:pt x="67" y="4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31"/>
            <p:cNvSpPr/>
            <p:nvPr/>
          </p:nvSpPr>
          <p:spPr>
            <a:xfrm flipH="1">
              <a:off x="4034" y="2411"/>
              <a:ext cx="400" cy="77"/>
            </a:xfrm>
            <a:custGeom>
              <a:rect b="b" l="l" r="r" t="t"/>
              <a:pathLst>
                <a:path extrusionOk="0" h="252" w="1032">
                  <a:moveTo>
                    <a:pt x="0" y="42"/>
                  </a:moveTo>
                  <a:lnTo>
                    <a:pt x="2" y="41"/>
                  </a:lnTo>
                  <a:lnTo>
                    <a:pt x="7" y="40"/>
                  </a:lnTo>
                  <a:lnTo>
                    <a:pt x="16" y="38"/>
                  </a:lnTo>
                  <a:lnTo>
                    <a:pt x="29" y="35"/>
                  </a:lnTo>
                  <a:lnTo>
                    <a:pt x="45" y="32"/>
                  </a:lnTo>
                  <a:lnTo>
                    <a:pt x="64" y="28"/>
                  </a:lnTo>
                  <a:lnTo>
                    <a:pt x="85" y="24"/>
                  </a:lnTo>
                  <a:lnTo>
                    <a:pt x="110" y="20"/>
                  </a:lnTo>
                  <a:lnTo>
                    <a:pt x="137" y="16"/>
                  </a:lnTo>
                  <a:lnTo>
                    <a:pt x="166" y="12"/>
                  </a:lnTo>
                  <a:lnTo>
                    <a:pt x="198" y="8"/>
                  </a:lnTo>
                  <a:lnTo>
                    <a:pt x="232" y="5"/>
                  </a:lnTo>
                  <a:lnTo>
                    <a:pt x="266" y="3"/>
                  </a:lnTo>
                  <a:lnTo>
                    <a:pt x="303" y="1"/>
                  </a:lnTo>
                  <a:lnTo>
                    <a:pt x="341" y="0"/>
                  </a:lnTo>
                  <a:lnTo>
                    <a:pt x="380" y="0"/>
                  </a:lnTo>
                  <a:lnTo>
                    <a:pt x="421" y="1"/>
                  </a:lnTo>
                  <a:lnTo>
                    <a:pt x="463" y="4"/>
                  </a:lnTo>
                  <a:lnTo>
                    <a:pt x="504" y="8"/>
                  </a:lnTo>
                  <a:lnTo>
                    <a:pt x="546" y="13"/>
                  </a:lnTo>
                  <a:lnTo>
                    <a:pt x="590" y="20"/>
                  </a:lnTo>
                  <a:lnTo>
                    <a:pt x="632" y="29"/>
                  </a:lnTo>
                  <a:lnTo>
                    <a:pt x="676" y="40"/>
                  </a:lnTo>
                  <a:lnTo>
                    <a:pt x="718" y="53"/>
                  </a:lnTo>
                  <a:lnTo>
                    <a:pt x="761" y="70"/>
                  </a:lnTo>
                  <a:lnTo>
                    <a:pt x="803" y="88"/>
                  </a:lnTo>
                  <a:lnTo>
                    <a:pt x="844" y="108"/>
                  </a:lnTo>
                  <a:lnTo>
                    <a:pt x="884" y="131"/>
                  </a:lnTo>
                  <a:lnTo>
                    <a:pt x="923" y="157"/>
                  </a:lnTo>
                  <a:lnTo>
                    <a:pt x="960" y="185"/>
                  </a:lnTo>
                  <a:lnTo>
                    <a:pt x="997" y="217"/>
                  </a:lnTo>
                  <a:lnTo>
                    <a:pt x="1032" y="252"/>
                  </a:lnTo>
                  <a:lnTo>
                    <a:pt x="1031" y="251"/>
                  </a:lnTo>
                  <a:lnTo>
                    <a:pt x="1028" y="248"/>
                  </a:lnTo>
                  <a:lnTo>
                    <a:pt x="1024" y="244"/>
                  </a:lnTo>
                  <a:lnTo>
                    <a:pt x="1017" y="239"/>
                  </a:lnTo>
                  <a:lnTo>
                    <a:pt x="1009" y="232"/>
                  </a:lnTo>
                  <a:lnTo>
                    <a:pt x="999" y="223"/>
                  </a:lnTo>
                  <a:lnTo>
                    <a:pt x="988" y="214"/>
                  </a:lnTo>
                  <a:lnTo>
                    <a:pt x="975" y="204"/>
                  </a:lnTo>
                  <a:lnTo>
                    <a:pt x="959" y="193"/>
                  </a:lnTo>
                  <a:lnTo>
                    <a:pt x="941" y="182"/>
                  </a:lnTo>
                  <a:lnTo>
                    <a:pt x="921" y="170"/>
                  </a:lnTo>
                  <a:lnTo>
                    <a:pt x="900" y="157"/>
                  </a:lnTo>
                  <a:lnTo>
                    <a:pt x="877" y="145"/>
                  </a:lnTo>
                  <a:lnTo>
                    <a:pt x="851" y="132"/>
                  </a:lnTo>
                  <a:lnTo>
                    <a:pt x="823" y="119"/>
                  </a:lnTo>
                  <a:lnTo>
                    <a:pt x="793" y="107"/>
                  </a:lnTo>
                  <a:lnTo>
                    <a:pt x="761" y="95"/>
                  </a:lnTo>
                  <a:lnTo>
                    <a:pt x="726" y="83"/>
                  </a:lnTo>
                  <a:lnTo>
                    <a:pt x="689" y="72"/>
                  </a:lnTo>
                  <a:lnTo>
                    <a:pt x="651" y="61"/>
                  </a:lnTo>
                  <a:lnTo>
                    <a:pt x="610" y="51"/>
                  </a:lnTo>
                  <a:lnTo>
                    <a:pt x="566" y="43"/>
                  </a:lnTo>
                  <a:lnTo>
                    <a:pt x="521" y="35"/>
                  </a:lnTo>
                  <a:lnTo>
                    <a:pt x="473" y="29"/>
                  </a:lnTo>
                  <a:lnTo>
                    <a:pt x="422" y="24"/>
                  </a:lnTo>
                  <a:lnTo>
                    <a:pt x="369" y="21"/>
                  </a:lnTo>
                  <a:lnTo>
                    <a:pt x="314" y="20"/>
                  </a:lnTo>
                  <a:lnTo>
                    <a:pt x="256" y="20"/>
                  </a:lnTo>
                  <a:lnTo>
                    <a:pt x="196" y="22"/>
                  </a:lnTo>
                  <a:lnTo>
                    <a:pt x="132" y="27"/>
                  </a:lnTo>
                  <a:lnTo>
                    <a:pt x="68" y="33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31"/>
            <p:cNvSpPr/>
            <p:nvPr/>
          </p:nvSpPr>
          <p:spPr>
            <a:xfrm flipH="1">
              <a:off x="3727" y="2350"/>
              <a:ext cx="262" cy="78"/>
            </a:xfrm>
            <a:custGeom>
              <a:rect b="b" l="l" r="r" t="t"/>
              <a:pathLst>
                <a:path extrusionOk="0" h="248" w="676">
                  <a:moveTo>
                    <a:pt x="0" y="248"/>
                  </a:moveTo>
                  <a:lnTo>
                    <a:pt x="3" y="244"/>
                  </a:lnTo>
                  <a:lnTo>
                    <a:pt x="13" y="234"/>
                  </a:lnTo>
                  <a:lnTo>
                    <a:pt x="29" y="219"/>
                  </a:lnTo>
                  <a:lnTo>
                    <a:pt x="51" y="199"/>
                  </a:lnTo>
                  <a:lnTo>
                    <a:pt x="79" y="176"/>
                  </a:lnTo>
                  <a:lnTo>
                    <a:pt x="112" y="152"/>
                  </a:lnTo>
                  <a:lnTo>
                    <a:pt x="150" y="127"/>
                  </a:lnTo>
                  <a:lnTo>
                    <a:pt x="194" y="103"/>
                  </a:lnTo>
                  <a:lnTo>
                    <a:pt x="242" y="81"/>
                  </a:lnTo>
                  <a:lnTo>
                    <a:pt x="293" y="62"/>
                  </a:lnTo>
                  <a:lnTo>
                    <a:pt x="349" y="47"/>
                  </a:lnTo>
                  <a:lnTo>
                    <a:pt x="408" y="38"/>
                  </a:lnTo>
                  <a:lnTo>
                    <a:pt x="470" y="35"/>
                  </a:lnTo>
                  <a:lnTo>
                    <a:pt x="536" y="41"/>
                  </a:lnTo>
                  <a:lnTo>
                    <a:pt x="605" y="55"/>
                  </a:lnTo>
                  <a:lnTo>
                    <a:pt x="676" y="80"/>
                  </a:lnTo>
                  <a:lnTo>
                    <a:pt x="671" y="77"/>
                  </a:lnTo>
                  <a:lnTo>
                    <a:pt x="658" y="69"/>
                  </a:lnTo>
                  <a:lnTo>
                    <a:pt x="637" y="58"/>
                  </a:lnTo>
                  <a:lnTo>
                    <a:pt x="609" y="45"/>
                  </a:lnTo>
                  <a:lnTo>
                    <a:pt x="574" y="32"/>
                  </a:lnTo>
                  <a:lnTo>
                    <a:pt x="535" y="19"/>
                  </a:lnTo>
                  <a:lnTo>
                    <a:pt x="490" y="9"/>
                  </a:lnTo>
                  <a:lnTo>
                    <a:pt x="441" y="2"/>
                  </a:lnTo>
                  <a:lnTo>
                    <a:pt x="389" y="0"/>
                  </a:lnTo>
                  <a:lnTo>
                    <a:pt x="335" y="5"/>
                  </a:lnTo>
                  <a:lnTo>
                    <a:pt x="278" y="18"/>
                  </a:lnTo>
                  <a:lnTo>
                    <a:pt x="222" y="39"/>
                  </a:lnTo>
                  <a:lnTo>
                    <a:pt x="165" y="72"/>
                  </a:lnTo>
                  <a:lnTo>
                    <a:pt x="108" y="117"/>
                  </a:lnTo>
                  <a:lnTo>
                    <a:pt x="53" y="175"/>
                  </a:lnTo>
                  <a:lnTo>
                    <a:pt x="0" y="248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1"/>
            <p:cNvSpPr/>
            <p:nvPr/>
          </p:nvSpPr>
          <p:spPr>
            <a:xfrm flipH="1">
              <a:off x="3591" y="2139"/>
              <a:ext cx="138" cy="241"/>
            </a:xfrm>
            <a:custGeom>
              <a:rect b="b" l="l" r="r" t="t"/>
              <a:pathLst>
                <a:path extrusionOk="0" h="773" w="357">
                  <a:moveTo>
                    <a:pt x="13" y="719"/>
                  </a:moveTo>
                  <a:lnTo>
                    <a:pt x="15" y="711"/>
                  </a:lnTo>
                  <a:lnTo>
                    <a:pt x="22" y="690"/>
                  </a:lnTo>
                  <a:lnTo>
                    <a:pt x="33" y="657"/>
                  </a:lnTo>
                  <a:lnTo>
                    <a:pt x="47" y="613"/>
                  </a:lnTo>
                  <a:lnTo>
                    <a:pt x="65" y="563"/>
                  </a:lnTo>
                  <a:lnTo>
                    <a:pt x="85" y="507"/>
                  </a:lnTo>
                  <a:lnTo>
                    <a:pt x="107" y="447"/>
                  </a:lnTo>
                  <a:lnTo>
                    <a:pt x="131" y="385"/>
                  </a:lnTo>
                  <a:lnTo>
                    <a:pt x="157" y="324"/>
                  </a:lnTo>
                  <a:lnTo>
                    <a:pt x="182" y="265"/>
                  </a:lnTo>
                  <a:lnTo>
                    <a:pt x="209" y="212"/>
                  </a:lnTo>
                  <a:lnTo>
                    <a:pt x="236" y="164"/>
                  </a:lnTo>
                  <a:lnTo>
                    <a:pt x="261" y="126"/>
                  </a:lnTo>
                  <a:lnTo>
                    <a:pt x="286" y="98"/>
                  </a:lnTo>
                  <a:lnTo>
                    <a:pt x="308" y="83"/>
                  </a:lnTo>
                  <a:lnTo>
                    <a:pt x="330" y="82"/>
                  </a:lnTo>
                  <a:lnTo>
                    <a:pt x="345" y="88"/>
                  </a:lnTo>
                  <a:lnTo>
                    <a:pt x="355" y="90"/>
                  </a:lnTo>
                  <a:lnTo>
                    <a:pt x="357" y="90"/>
                  </a:lnTo>
                  <a:lnTo>
                    <a:pt x="356" y="87"/>
                  </a:lnTo>
                  <a:lnTo>
                    <a:pt x="350" y="81"/>
                  </a:lnTo>
                  <a:lnTo>
                    <a:pt x="340" y="74"/>
                  </a:lnTo>
                  <a:lnTo>
                    <a:pt x="327" y="66"/>
                  </a:lnTo>
                  <a:lnTo>
                    <a:pt x="312" y="57"/>
                  </a:lnTo>
                  <a:lnTo>
                    <a:pt x="296" y="47"/>
                  </a:lnTo>
                  <a:lnTo>
                    <a:pt x="279" y="37"/>
                  </a:lnTo>
                  <a:lnTo>
                    <a:pt x="264" y="27"/>
                  </a:lnTo>
                  <a:lnTo>
                    <a:pt x="248" y="18"/>
                  </a:lnTo>
                  <a:lnTo>
                    <a:pt x="235" y="11"/>
                  </a:lnTo>
                  <a:lnTo>
                    <a:pt x="225" y="5"/>
                  </a:lnTo>
                  <a:lnTo>
                    <a:pt x="218" y="1"/>
                  </a:lnTo>
                  <a:lnTo>
                    <a:pt x="216" y="0"/>
                  </a:lnTo>
                  <a:lnTo>
                    <a:pt x="212" y="8"/>
                  </a:lnTo>
                  <a:lnTo>
                    <a:pt x="203" y="29"/>
                  </a:lnTo>
                  <a:lnTo>
                    <a:pt x="190" y="63"/>
                  </a:lnTo>
                  <a:lnTo>
                    <a:pt x="173" y="107"/>
                  </a:lnTo>
                  <a:lnTo>
                    <a:pt x="153" y="159"/>
                  </a:lnTo>
                  <a:lnTo>
                    <a:pt x="132" y="218"/>
                  </a:lnTo>
                  <a:lnTo>
                    <a:pt x="109" y="282"/>
                  </a:lnTo>
                  <a:lnTo>
                    <a:pt x="86" y="349"/>
                  </a:lnTo>
                  <a:lnTo>
                    <a:pt x="64" y="417"/>
                  </a:lnTo>
                  <a:lnTo>
                    <a:pt x="44" y="484"/>
                  </a:lnTo>
                  <a:lnTo>
                    <a:pt x="27" y="549"/>
                  </a:lnTo>
                  <a:lnTo>
                    <a:pt x="13" y="609"/>
                  </a:lnTo>
                  <a:lnTo>
                    <a:pt x="4" y="664"/>
                  </a:lnTo>
                  <a:lnTo>
                    <a:pt x="0" y="711"/>
                  </a:lnTo>
                  <a:lnTo>
                    <a:pt x="3" y="748"/>
                  </a:lnTo>
                  <a:lnTo>
                    <a:pt x="13" y="773"/>
                  </a:lnTo>
                  <a:lnTo>
                    <a:pt x="13" y="719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1"/>
            <p:cNvSpPr/>
            <p:nvPr/>
          </p:nvSpPr>
          <p:spPr>
            <a:xfrm flipH="1">
              <a:off x="3569" y="2164"/>
              <a:ext cx="98" cy="199"/>
            </a:xfrm>
            <a:custGeom>
              <a:rect b="b" l="l" r="r" t="t"/>
              <a:pathLst>
                <a:path extrusionOk="0" h="637" w="250">
                  <a:moveTo>
                    <a:pt x="250" y="0"/>
                  </a:moveTo>
                  <a:lnTo>
                    <a:pt x="247" y="6"/>
                  </a:lnTo>
                  <a:lnTo>
                    <a:pt x="238" y="22"/>
                  </a:lnTo>
                  <a:lnTo>
                    <a:pt x="224" y="47"/>
                  </a:lnTo>
                  <a:lnTo>
                    <a:pt x="208" y="80"/>
                  </a:lnTo>
                  <a:lnTo>
                    <a:pt x="187" y="120"/>
                  </a:lnTo>
                  <a:lnTo>
                    <a:pt x="164" y="165"/>
                  </a:lnTo>
                  <a:lnTo>
                    <a:pt x="141" y="214"/>
                  </a:lnTo>
                  <a:lnTo>
                    <a:pt x="116" y="267"/>
                  </a:lnTo>
                  <a:lnTo>
                    <a:pt x="92" y="321"/>
                  </a:lnTo>
                  <a:lnTo>
                    <a:pt x="68" y="375"/>
                  </a:lnTo>
                  <a:lnTo>
                    <a:pt x="47" y="428"/>
                  </a:lnTo>
                  <a:lnTo>
                    <a:pt x="29" y="479"/>
                  </a:lnTo>
                  <a:lnTo>
                    <a:pt x="15" y="527"/>
                  </a:lnTo>
                  <a:lnTo>
                    <a:pt x="5" y="571"/>
                  </a:lnTo>
                  <a:lnTo>
                    <a:pt x="0" y="607"/>
                  </a:lnTo>
                  <a:lnTo>
                    <a:pt x="1" y="637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1"/>
            <p:cNvSpPr/>
            <p:nvPr/>
          </p:nvSpPr>
          <p:spPr>
            <a:xfrm flipH="1">
              <a:off x="3549" y="2221"/>
              <a:ext cx="47" cy="10"/>
            </a:xfrm>
            <a:custGeom>
              <a:rect b="b" l="l" r="r" t="t"/>
              <a:pathLst>
                <a:path extrusionOk="0" h="30" w="121">
                  <a:moveTo>
                    <a:pt x="0" y="0"/>
                  </a:moveTo>
                  <a:lnTo>
                    <a:pt x="2" y="2"/>
                  </a:lnTo>
                  <a:lnTo>
                    <a:pt x="7" y="6"/>
                  </a:lnTo>
                  <a:lnTo>
                    <a:pt x="17" y="12"/>
                  </a:lnTo>
                  <a:lnTo>
                    <a:pt x="29" y="18"/>
                  </a:lnTo>
                  <a:lnTo>
                    <a:pt x="46" y="24"/>
                  </a:lnTo>
                  <a:lnTo>
                    <a:pt x="67" y="28"/>
                  </a:lnTo>
                  <a:lnTo>
                    <a:pt x="92" y="30"/>
                  </a:lnTo>
                  <a:lnTo>
                    <a:pt x="121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1"/>
            <p:cNvSpPr/>
            <p:nvPr/>
          </p:nvSpPr>
          <p:spPr>
            <a:xfrm flipH="1">
              <a:off x="3707" y="2415"/>
              <a:ext cx="282" cy="69"/>
            </a:xfrm>
            <a:custGeom>
              <a:rect b="b" l="l" r="r" t="t"/>
              <a:pathLst>
                <a:path extrusionOk="0" h="220" w="729">
                  <a:moveTo>
                    <a:pt x="0" y="112"/>
                  </a:moveTo>
                  <a:lnTo>
                    <a:pt x="1" y="111"/>
                  </a:lnTo>
                  <a:lnTo>
                    <a:pt x="4" y="110"/>
                  </a:lnTo>
                  <a:lnTo>
                    <a:pt x="10" y="107"/>
                  </a:lnTo>
                  <a:lnTo>
                    <a:pt x="17" y="103"/>
                  </a:lnTo>
                  <a:lnTo>
                    <a:pt x="28" y="98"/>
                  </a:lnTo>
                  <a:lnTo>
                    <a:pt x="39" y="93"/>
                  </a:lnTo>
                  <a:lnTo>
                    <a:pt x="52" y="87"/>
                  </a:lnTo>
                  <a:lnTo>
                    <a:pt x="67" y="81"/>
                  </a:lnTo>
                  <a:lnTo>
                    <a:pt x="83" y="75"/>
                  </a:lnTo>
                  <a:lnTo>
                    <a:pt x="102" y="69"/>
                  </a:lnTo>
                  <a:lnTo>
                    <a:pt x="122" y="63"/>
                  </a:lnTo>
                  <a:lnTo>
                    <a:pt x="144" y="57"/>
                  </a:lnTo>
                  <a:lnTo>
                    <a:pt x="166" y="52"/>
                  </a:lnTo>
                  <a:lnTo>
                    <a:pt x="189" y="46"/>
                  </a:lnTo>
                  <a:lnTo>
                    <a:pt x="214" y="42"/>
                  </a:lnTo>
                  <a:lnTo>
                    <a:pt x="241" y="39"/>
                  </a:lnTo>
                  <a:lnTo>
                    <a:pt x="267" y="36"/>
                  </a:lnTo>
                  <a:lnTo>
                    <a:pt x="295" y="35"/>
                  </a:lnTo>
                  <a:lnTo>
                    <a:pt x="323" y="35"/>
                  </a:lnTo>
                  <a:lnTo>
                    <a:pt x="353" y="37"/>
                  </a:lnTo>
                  <a:lnTo>
                    <a:pt x="382" y="40"/>
                  </a:lnTo>
                  <a:lnTo>
                    <a:pt x="414" y="45"/>
                  </a:lnTo>
                  <a:lnTo>
                    <a:pt x="444" y="52"/>
                  </a:lnTo>
                  <a:lnTo>
                    <a:pt x="476" y="61"/>
                  </a:lnTo>
                  <a:lnTo>
                    <a:pt x="507" y="72"/>
                  </a:lnTo>
                  <a:lnTo>
                    <a:pt x="539" y="85"/>
                  </a:lnTo>
                  <a:lnTo>
                    <a:pt x="571" y="100"/>
                  </a:lnTo>
                  <a:lnTo>
                    <a:pt x="603" y="119"/>
                  </a:lnTo>
                  <a:lnTo>
                    <a:pt x="635" y="139"/>
                  </a:lnTo>
                  <a:lnTo>
                    <a:pt x="667" y="163"/>
                  </a:lnTo>
                  <a:lnTo>
                    <a:pt x="698" y="190"/>
                  </a:lnTo>
                  <a:lnTo>
                    <a:pt x="729" y="220"/>
                  </a:lnTo>
                  <a:lnTo>
                    <a:pt x="729" y="219"/>
                  </a:lnTo>
                  <a:lnTo>
                    <a:pt x="727" y="215"/>
                  </a:lnTo>
                  <a:lnTo>
                    <a:pt x="725" y="210"/>
                  </a:lnTo>
                  <a:lnTo>
                    <a:pt x="722" y="203"/>
                  </a:lnTo>
                  <a:lnTo>
                    <a:pt x="718" y="194"/>
                  </a:lnTo>
                  <a:lnTo>
                    <a:pt x="713" y="184"/>
                  </a:lnTo>
                  <a:lnTo>
                    <a:pt x="706" y="173"/>
                  </a:lnTo>
                  <a:lnTo>
                    <a:pt x="698" y="161"/>
                  </a:lnTo>
                  <a:lnTo>
                    <a:pt x="689" y="147"/>
                  </a:lnTo>
                  <a:lnTo>
                    <a:pt x="678" y="134"/>
                  </a:lnTo>
                  <a:lnTo>
                    <a:pt x="667" y="120"/>
                  </a:lnTo>
                  <a:lnTo>
                    <a:pt x="654" y="106"/>
                  </a:lnTo>
                  <a:lnTo>
                    <a:pt x="639" y="92"/>
                  </a:lnTo>
                  <a:lnTo>
                    <a:pt x="622" y="78"/>
                  </a:lnTo>
                  <a:lnTo>
                    <a:pt x="604" y="65"/>
                  </a:lnTo>
                  <a:lnTo>
                    <a:pt x="584" y="52"/>
                  </a:lnTo>
                  <a:lnTo>
                    <a:pt x="563" y="40"/>
                  </a:lnTo>
                  <a:lnTo>
                    <a:pt x="540" y="29"/>
                  </a:lnTo>
                  <a:lnTo>
                    <a:pt x="515" y="20"/>
                  </a:lnTo>
                  <a:lnTo>
                    <a:pt x="488" y="12"/>
                  </a:lnTo>
                  <a:lnTo>
                    <a:pt x="459" y="6"/>
                  </a:lnTo>
                  <a:lnTo>
                    <a:pt x="429" y="2"/>
                  </a:lnTo>
                  <a:lnTo>
                    <a:pt x="396" y="0"/>
                  </a:lnTo>
                  <a:lnTo>
                    <a:pt x="361" y="0"/>
                  </a:lnTo>
                  <a:lnTo>
                    <a:pt x="324" y="3"/>
                  </a:lnTo>
                  <a:lnTo>
                    <a:pt x="285" y="8"/>
                  </a:lnTo>
                  <a:lnTo>
                    <a:pt x="243" y="17"/>
                  </a:lnTo>
                  <a:lnTo>
                    <a:pt x="199" y="29"/>
                  </a:lnTo>
                  <a:lnTo>
                    <a:pt x="154" y="44"/>
                  </a:lnTo>
                  <a:lnTo>
                    <a:pt x="105" y="63"/>
                  </a:lnTo>
                  <a:lnTo>
                    <a:pt x="53" y="86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 flipH="1">
              <a:off x="3569" y="2232"/>
              <a:ext cx="155" cy="264"/>
            </a:xfrm>
            <a:custGeom>
              <a:rect b="b" l="l" r="r" t="t"/>
              <a:pathLst>
                <a:path extrusionOk="0" h="854" w="399">
                  <a:moveTo>
                    <a:pt x="0" y="786"/>
                  </a:moveTo>
                  <a:lnTo>
                    <a:pt x="82" y="854"/>
                  </a:lnTo>
                  <a:lnTo>
                    <a:pt x="399" y="27"/>
                  </a:lnTo>
                  <a:lnTo>
                    <a:pt x="323" y="0"/>
                  </a:lnTo>
                  <a:lnTo>
                    <a:pt x="321" y="9"/>
                  </a:lnTo>
                  <a:lnTo>
                    <a:pt x="313" y="36"/>
                  </a:lnTo>
                  <a:lnTo>
                    <a:pt x="301" y="77"/>
                  </a:lnTo>
                  <a:lnTo>
                    <a:pt x="285" y="130"/>
                  </a:lnTo>
                  <a:lnTo>
                    <a:pt x="266" y="192"/>
                  </a:lnTo>
                  <a:lnTo>
                    <a:pt x="245" y="261"/>
                  </a:lnTo>
                  <a:lnTo>
                    <a:pt x="221" y="335"/>
                  </a:lnTo>
                  <a:lnTo>
                    <a:pt x="195" y="411"/>
                  </a:lnTo>
                  <a:lnTo>
                    <a:pt x="169" y="486"/>
                  </a:lnTo>
                  <a:lnTo>
                    <a:pt x="141" y="558"/>
                  </a:lnTo>
                  <a:lnTo>
                    <a:pt x="115" y="625"/>
                  </a:lnTo>
                  <a:lnTo>
                    <a:pt x="88" y="684"/>
                  </a:lnTo>
                  <a:lnTo>
                    <a:pt x="63" y="732"/>
                  </a:lnTo>
                  <a:lnTo>
                    <a:pt x="40" y="766"/>
                  </a:lnTo>
                  <a:lnTo>
                    <a:pt x="19" y="785"/>
                  </a:lnTo>
                  <a:lnTo>
                    <a:pt x="0" y="786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 flipH="1">
              <a:off x="3692" y="2428"/>
              <a:ext cx="108" cy="68"/>
            </a:xfrm>
            <a:custGeom>
              <a:rect b="b" l="l" r="r" t="t"/>
              <a:pathLst>
                <a:path extrusionOk="0" h="224" w="278">
                  <a:moveTo>
                    <a:pt x="0" y="0"/>
                  </a:moveTo>
                  <a:lnTo>
                    <a:pt x="248" y="89"/>
                  </a:lnTo>
                  <a:lnTo>
                    <a:pt x="278" y="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B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1"/>
            <p:cNvSpPr/>
            <p:nvPr/>
          </p:nvSpPr>
          <p:spPr>
            <a:xfrm flipH="1">
              <a:off x="3532" y="2214"/>
              <a:ext cx="56" cy="9"/>
            </a:xfrm>
            <a:custGeom>
              <a:rect b="b" l="l" r="r" t="t"/>
              <a:pathLst>
                <a:path extrusionOk="0" h="33" w="144">
                  <a:moveTo>
                    <a:pt x="0" y="0"/>
                  </a:moveTo>
                  <a:lnTo>
                    <a:pt x="1" y="1"/>
                  </a:lnTo>
                  <a:lnTo>
                    <a:pt x="6" y="4"/>
                  </a:lnTo>
                  <a:lnTo>
                    <a:pt x="14" y="9"/>
                  </a:lnTo>
                  <a:lnTo>
                    <a:pt x="27" y="14"/>
                  </a:lnTo>
                  <a:lnTo>
                    <a:pt x="46" y="20"/>
                  </a:lnTo>
                  <a:lnTo>
                    <a:pt x="71" y="25"/>
                  </a:lnTo>
                  <a:lnTo>
                    <a:pt x="103" y="30"/>
                  </a:lnTo>
                  <a:lnTo>
                    <a:pt x="144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1"/>
            <p:cNvSpPr/>
            <p:nvPr/>
          </p:nvSpPr>
          <p:spPr>
            <a:xfrm flipH="1">
              <a:off x="3529" y="2229"/>
              <a:ext cx="129" cy="323"/>
            </a:xfrm>
            <a:custGeom>
              <a:rect b="b" l="l" r="r" t="t"/>
              <a:pathLst>
                <a:path extrusionOk="0" h="1036" w="331">
                  <a:moveTo>
                    <a:pt x="331" y="0"/>
                  </a:moveTo>
                  <a:lnTo>
                    <a:pt x="328" y="12"/>
                  </a:lnTo>
                  <a:lnTo>
                    <a:pt x="320" y="46"/>
                  </a:lnTo>
                  <a:lnTo>
                    <a:pt x="306" y="99"/>
                  </a:lnTo>
                  <a:lnTo>
                    <a:pt x="290" y="166"/>
                  </a:lnTo>
                  <a:lnTo>
                    <a:pt x="270" y="246"/>
                  </a:lnTo>
                  <a:lnTo>
                    <a:pt x="246" y="335"/>
                  </a:lnTo>
                  <a:lnTo>
                    <a:pt x="221" y="430"/>
                  </a:lnTo>
                  <a:lnTo>
                    <a:pt x="194" y="528"/>
                  </a:lnTo>
                  <a:lnTo>
                    <a:pt x="166" y="625"/>
                  </a:lnTo>
                  <a:lnTo>
                    <a:pt x="138" y="720"/>
                  </a:lnTo>
                  <a:lnTo>
                    <a:pt x="110" y="808"/>
                  </a:lnTo>
                  <a:lnTo>
                    <a:pt x="83" y="885"/>
                  </a:lnTo>
                  <a:lnTo>
                    <a:pt x="59" y="950"/>
                  </a:lnTo>
                  <a:lnTo>
                    <a:pt x="35" y="999"/>
                  </a:lnTo>
                  <a:lnTo>
                    <a:pt x="16" y="1029"/>
                  </a:lnTo>
                  <a:lnTo>
                    <a:pt x="0" y="1036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1"/>
            <p:cNvSpPr/>
            <p:nvPr/>
          </p:nvSpPr>
          <p:spPr>
            <a:xfrm flipH="1">
              <a:off x="4012" y="2488"/>
              <a:ext cx="44" cy="19"/>
            </a:xfrm>
            <a:custGeom>
              <a:rect b="b" l="l" r="r" t="t"/>
              <a:pathLst>
                <a:path extrusionOk="0" h="61" w="112">
                  <a:moveTo>
                    <a:pt x="0" y="0"/>
                  </a:moveTo>
                  <a:lnTo>
                    <a:pt x="1" y="6"/>
                  </a:lnTo>
                  <a:lnTo>
                    <a:pt x="5" y="19"/>
                  </a:lnTo>
                  <a:lnTo>
                    <a:pt x="12" y="36"/>
                  </a:lnTo>
                  <a:lnTo>
                    <a:pt x="23" y="51"/>
                  </a:lnTo>
                  <a:lnTo>
                    <a:pt x="38" y="61"/>
                  </a:lnTo>
                  <a:lnTo>
                    <a:pt x="57" y="59"/>
                  </a:lnTo>
                  <a:lnTo>
                    <a:pt x="82" y="43"/>
                  </a:lnTo>
                  <a:lnTo>
                    <a:pt x="112" y="7"/>
                  </a:lnTo>
                  <a:lnTo>
                    <a:pt x="109" y="10"/>
                  </a:lnTo>
                  <a:lnTo>
                    <a:pt x="99" y="18"/>
                  </a:lnTo>
                  <a:lnTo>
                    <a:pt x="84" y="28"/>
                  </a:lnTo>
                  <a:lnTo>
                    <a:pt x="68" y="36"/>
                  </a:lnTo>
                  <a:lnTo>
                    <a:pt x="49" y="41"/>
                  </a:lnTo>
                  <a:lnTo>
                    <a:pt x="30" y="38"/>
                  </a:lnTo>
                  <a:lnTo>
                    <a:pt x="13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1"/>
            <p:cNvSpPr/>
            <p:nvPr/>
          </p:nvSpPr>
          <p:spPr>
            <a:xfrm flipH="1">
              <a:off x="3780" y="2474"/>
              <a:ext cx="209" cy="56"/>
            </a:xfrm>
            <a:custGeom>
              <a:rect b="b" l="l" r="r" t="t"/>
              <a:pathLst>
                <a:path extrusionOk="0" h="180" w="541">
                  <a:moveTo>
                    <a:pt x="0" y="24"/>
                  </a:moveTo>
                  <a:lnTo>
                    <a:pt x="1" y="25"/>
                  </a:lnTo>
                  <a:lnTo>
                    <a:pt x="5" y="27"/>
                  </a:lnTo>
                  <a:lnTo>
                    <a:pt x="13" y="30"/>
                  </a:lnTo>
                  <a:lnTo>
                    <a:pt x="25" y="34"/>
                  </a:lnTo>
                  <a:lnTo>
                    <a:pt x="40" y="40"/>
                  </a:lnTo>
                  <a:lnTo>
                    <a:pt x="60" y="46"/>
                  </a:lnTo>
                  <a:lnTo>
                    <a:pt x="83" y="54"/>
                  </a:lnTo>
                  <a:lnTo>
                    <a:pt x="112" y="64"/>
                  </a:lnTo>
                  <a:lnTo>
                    <a:pt x="146" y="74"/>
                  </a:lnTo>
                  <a:lnTo>
                    <a:pt x="184" y="86"/>
                  </a:lnTo>
                  <a:lnTo>
                    <a:pt x="228" y="98"/>
                  </a:lnTo>
                  <a:lnTo>
                    <a:pt x="279" y="112"/>
                  </a:lnTo>
                  <a:lnTo>
                    <a:pt x="334" y="127"/>
                  </a:lnTo>
                  <a:lnTo>
                    <a:pt x="397" y="143"/>
                  </a:lnTo>
                  <a:lnTo>
                    <a:pt x="465" y="161"/>
                  </a:lnTo>
                  <a:lnTo>
                    <a:pt x="541" y="180"/>
                  </a:lnTo>
                  <a:lnTo>
                    <a:pt x="539" y="177"/>
                  </a:lnTo>
                  <a:lnTo>
                    <a:pt x="530" y="169"/>
                  </a:lnTo>
                  <a:lnTo>
                    <a:pt x="517" y="156"/>
                  </a:lnTo>
                  <a:lnTo>
                    <a:pt x="500" y="140"/>
                  </a:lnTo>
                  <a:lnTo>
                    <a:pt x="477" y="123"/>
                  </a:lnTo>
                  <a:lnTo>
                    <a:pt x="450" y="103"/>
                  </a:lnTo>
                  <a:lnTo>
                    <a:pt x="420" y="83"/>
                  </a:lnTo>
                  <a:lnTo>
                    <a:pt x="386" y="63"/>
                  </a:lnTo>
                  <a:lnTo>
                    <a:pt x="348" y="45"/>
                  </a:lnTo>
                  <a:lnTo>
                    <a:pt x="306" y="28"/>
                  </a:lnTo>
                  <a:lnTo>
                    <a:pt x="262" y="15"/>
                  </a:lnTo>
                  <a:lnTo>
                    <a:pt x="214" y="5"/>
                  </a:lnTo>
                  <a:lnTo>
                    <a:pt x="164" y="0"/>
                  </a:lnTo>
                  <a:lnTo>
                    <a:pt x="111" y="1"/>
                  </a:lnTo>
                  <a:lnTo>
                    <a:pt x="57" y="9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1"/>
            <p:cNvSpPr/>
            <p:nvPr/>
          </p:nvSpPr>
          <p:spPr>
            <a:xfrm flipH="1">
              <a:off x="4068" y="2440"/>
              <a:ext cx="330" cy="47"/>
            </a:xfrm>
            <a:custGeom>
              <a:rect b="b" l="l" r="r" t="t"/>
              <a:pathLst>
                <a:path extrusionOk="0" h="148" w="852">
                  <a:moveTo>
                    <a:pt x="852" y="148"/>
                  </a:moveTo>
                  <a:lnTo>
                    <a:pt x="849" y="148"/>
                  </a:lnTo>
                  <a:lnTo>
                    <a:pt x="843" y="147"/>
                  </a:lnTo>
                  <a:lnTo>
                    <a:pt x="833" y="146"/>
                  </a:lnTo>
                  <a:lnTo>
                    <a:pt x="819" y="145"/>
                  </a:lnTo>
                  <a:lnTo>
                    <a:pt x="802" y="143"/>
                  </a:lnTo>
                  <a:lnTo>
                    <a:pt x="782" y="141"/>
                  </a:lnTo>
                  <a:lnTo>
                    <a:pt x="759" y="139"/>
                  </a:lnTo>
                  <a:lnTo>
                    <a:pt x="733" y="136"/>
                  </a:lnTo>
                  <a:lnTo>
                    <a:pt x="705" y="133"/>
                  </a:lnTo>
                  <a:lnTo>
                    <a:pt x="675" y="130"/>
                  </a:lnTo>
                  <a:lnTo>
                    <a:pt x="643" y="127"/>
                  </a:lnTo>
                  <a:lnTo>
                    <a:pt x="609" y="123"/>
                  </a:lnTo>
                  <a:lnTo>
                    <a:pt x="575" y="119"/>
                  </a:lnTo>
                  <a:lnTo>
                    <a:pt x="539" y="114"/>
                  </a:lnTo>
                  <a:lnTo>
                    <a:pt x="502" y="110"/>
                  </a:lnTo>
                  <a:lnTo>
                    <a:pt x="465" y="105"/>
                  </a:lnTo>
                  <a:lnTo>
                    <a:pt x="428" y="100"/>
                  </a:lnTo>
                  <a:lnTo>
                    <a:pt x="390" y="94"/>
                  </a:lnTo>
                  <a:lnTo>
                    <a:pt x="353" y="89"/>
                  </a:lnTo>
                  <a:lnTo>
                    <a:pt x="316" y="83"/>
                  </a:lnTo>
                  <a:lnTo>
                    <a:pt x="279" y="77"/>
                  </a:lnTo>
                  <a:lnTo>
                    <a:pt x="245" y="71"/>
                  </a:lnTo>
                  <a:lnTo>
                    <a:pt x="210" y="64"/>
                  </a:lnTo>
                  <a:lnTo>
                    <a:pt x="178" y="58"/>
                  </a:lnTo>
                  <a:lnTo>
                    <a:pt x="146" y="51"/>
                  </a:lnTo>
                  <a:lnTo>
                    <a:pt x="117" y="44"/>
                  </a:lnTo>
                  <a:lnTo>
                    <a:pt x="91" y="37"/>
                  </a:lnTo>
                  <a:lnTo>
                    <a:pt x="67" y="30"/>
                  </a:lnTo>
                  <a:lnTo>
                    <a:pt x="46" y="23"/>
                  </a:lnTo>
                  <a:lnTo>
                    <a:pt x="27" y="15"/>
                  </a:lnTo>
                  <a:lnTo>
                    <a:pt x="11" y="8"/>
                  </a:lnTo>
                  <a:lnTo>
                    <a:pt x="0" y="0"/>
                  </a:lnTo>
                  <a:lnTo>
                    <a:pt x="852" y="148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31"/>
            <p:cNvSpPr/>
            <p:nvPr/>
          </p:nvSpPr>
          <p:spPr>
            <a:xfrm flipH="1">
              <a:off x="4076" y="2432"/>
              <a:ext cx="280" cy="44"/>
            </a:xfrm>
            <a:custGeom>
              <a:rect b="b" l="l" r="r" t="t"/>
              <a:pathLst>
                <a:path extrusionOk="0" h="138" w="723">
                  <a:moveTo>
                    <a:pt x="0" y="10"/>
                  </a:moveTo>
                  <a:lnTo>
                    <a:pt x="723" y="138"/>
                  </a:lnTo>
                  <a:lnTo>
                    <a:pt x="721" y="136"/>
                  </a:lnTo>
                  <a:lnTo>
                    <a:pt x="714" y="130"/>
                  </a:lnTo>
                  <a:lnTo>
                    <a:pt x="703" y="122"/>
                  </a:lnTo>
                  <a:lnTo>
                    <a:pt x="686" y="110"/>
                  </a:lnTo>
                  <a:lnTo>
                    <a:pt x="665" y="97"/>
                  </a:lnTo>
                  <a:lnTo>
                    <a:pt x="637" y="83"/>
                  </a:lnTo>
                  <a:lnTo>
                    <a:pt x="604" y="68"/>
                  </a:lnTo>
                  <a:lnTo>
                    <a:pt x="565" y="54"/>
                  </a:lnTo>
                  <a:lnTo>
                    <a:pt x="519" y="40"/>
                  </a:lnTo>
                  <a:lnTo>
                    <a:pt x="468" y="27"/>
                  </a:lnTo>
                  <a:lnTo>
                    <a:pt x="409" y="16"/>
                  </a:lnTo>
                  <a:lnTo>
                    <a:pt x="342" y="7"/>
                  </a:lnTo>
                  <a:lnTo>
                    <a:pt x="268" y="2"/>
                  </a:lnTo>
                  <a:lnTo>
                    <a:pt x="187" y="0"/>
                  </a:lnTo>
                  <a:lnTo>
                    <a:pt x="97" y="3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B5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31"/>
            <p:cNvSpPr/>
            <p:nvPr/>
          </p:nvSpPr>
          <p:spPr>
            <a:xfrm flipH="1">
              <a:off x="4108" y="2364"/>
              <a:ext cx="144" cy="27"/>
            </a:xfrm>
            <a:custGeom>
              <a:rect b="b" l="l" r="r" t="t"/>
              <a:pathLst>
                <a:path extrusionOk="0" h="84" w="373">
                  <a:moveTo>
                    <a:pt x="0" y="0"/>
                  </a:moveTo>
                  <a:lnTo>
                    <a:pt x="11" y="19"/>
                  </a:lnTo>
                  <a:lnTo>
                    <a:pt x="31" y="9"/>
                  </a:lnTo>
                  <a:lnTo>
                    <a:pt x="50" y="27"/>
                  </a:lnTo>
                  <a:lnTo>
                    <a:pt x="86" y="15"/>
                  </a:lnTo>
                  <a:lnTo>
                    <a:pt x="124" y="10"/>
                  </a:lnTo>
                  <a:lnTo>
                    <a:pt x="142" y="28"/>
                  </a:lnTo>
                  <a:lnTo>
                    <a:pt x="172" y="24"/>
                  </a:lnTo>
                  <a:lnTo>
                    <a:pt x="211" y="32"/>
                  </a:lnTo>
                  <a:lnTo>
                    <a:pt x="231" y="15"/>
                  </a:lnTo>
                  <a:lnTo>
                    <a:pt x="273" y="37"/>
                  </a:lnTo>
                  <a:lnTo>
                    <a:pt x="301" y="67"/>
                  </a:lnTo>
                  <a:lnTo>
                    <a:pt x="358" y="45"/>
                  </a:lnTo>
                  <a:lnTo>
                    <a:pt x="373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31"/>
            <p:cNvSpPr/>
            <p:nvPr/>
          </p:nvSpPr>
          <p:spPr>
            <a:xfrm flipH="1">
              <a:off x="4090" y="2341"/>
              <a:ext cx="145" cy="22"/>
            </a:xfrm>
            <a:custGeom>
              <a:rect b="b" l="l" r="r" t="t"/>
              <a:pathLst>
                <a:path extrusionOk="0" h="74" w="376">
                  <a:moveTo>
                    <a:pt x="0" y="0"/>
                  </a:moveTo>
                  <a:lnTo>
                    <a:pt x="11" y="19"/>
                  </a:lnTo>
                  <a:lnTo>
                    <a:pt x="32" y="9"/>
                  </a:lnTo>
                  <a:lnTo>
                    <a:pt x="51" y="26"/>
                  </a:lnTo>
                  <a:lnTo>
                    <a:pt x="87" y="13"/>
                  </a:lnTo>
                  <a:lnTo>
                    <a:pt x="123" y="7"/>
                  </a:lnTo>
                  <a:lnTo>
                    <a:pt x="142" y="24"/>
                  </a:lnTo>
                  <a:lnTo>
                    <a:pt x="173" y="19"/>
                  </a:lnTo>
                  <a:lnTo>
                    <a:pt x="212" y="26"/>
                  </a:lnTo>
                  <a:lnTo>
                    <a:pt x="232" y="9"/>
                  </a:lnTo>
                  <a:lnTo>
                    <a:pt x="274" y="29"/>
                  </a:lnTo>
                  <a:lnTo>
                    <a:pt x="303" y="59"/>
                  </a:lnTo>
                  <a:lnTo>
                    <a:pt x="360" y="35"/>
                  </a:lnTo>
                  <a:lnTo>
                    <a:pt x="376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31"/>
            <p:cNvSpPr/>
            <p:nvPr/>
          </p:nvSpPr>
          <p:spPr>
            <a:xfrm flipH="1">
              <a:off x="4084" y="2316"/>
              <a:ext cx="145" cy="25"/>
            </a:xfrm>
            <a:custGeom>
              <a:rect b="b" l="l" r="r" t="t"/>
              <a:pathLst>
                <a:path extrusionOk="0" h="81" w="375">
                  <a:moveTo>
                    <a:pt x="0" y="0"/>
                  </a:moveTo>
                  <a:lnTo>
                    <a:pt x="11" y="19"/>
                  </a:lnTo>
                  <a:lnTo>
                    <a:pt x="33" y="9"/>
                  </a:lnTo>
                  <a:lnTo>
                    <a:pt x="52" y="26"/>
                  </a:lnTo>
                  <a:lnTo>
                    <a:pt x="87" y="14"/>
                  </a:lnTo>
                  <a:lnTo>
                    <a:pt x="124" y="8"/>
                  </a:lnTo>
                  <a:lnTo>
                    <a:pt x="143" y="26"/>
                  </a:lnTo>
                  <a:lnTo>
                    <a:pt x="173" y="22"/>
                  </a:lnTo>
                  <a:lnTo>
                    <a:pt x="212" y="29"/>
                  </a:lnTo>
                  <a:lnTo>
                    <a:pt x="232" y="13"/>
                  </a:lnTo>
                  <a:lnTo>
                    <a:pt x="275" y="34"/>
                  </a:lnTo>
                  <a:lnTo>
                    <a:pt x="303" y="63"/>
                  </a:lnTo>
                  <a:lnTo>
                    <a:pt x="360" y="41"/>
                  </a:lnTo>
                  <a:lnTo>
                    <a:pt x="375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31"/>
            <p:cNvSpPr/>
            <p:nvPr/>
          </p:nvSpPr>
          <p:spPr>
            <a:xfrm flipH="1">
              <a:off x="3628" y="2074"/>
              <a:ext cx="372" cy="354"/>
            </a:xfrm>
            <a:custGeom>
              <a:rect b="b" l="l" r="r" t="t"/>
              <a:pathLst>
                <a:path extrusionOk="0" h="1139" w="959">
                  <a:moveTo>
                    <a:pt x="645" y="898"/>
                  </a:moveTo>
                  <a:lnTo>
                    <a:pt x="640" y="895"/>
                  </a:lnTo>
                  <a:lnTo>
                    <a:pt x="626" y="886"/>
                  </a:lnTo>
                  <a:lnTo>
                    <a:pt x="604" y="874"/>
                  </a:lnTo>
                  <a:lnTo>
                    <a:pt x="573" y="859"/>
                  </a:lnTo>
                  <a:lnTo>
                    <a:pt x="538" y="844"/>
                  </a:lnTo>
                  <a:lnTo>
                    <a:pt x="496" y="830"/>
                  </a:lnTo>
                  <a:lnTo>
                    <a:pt x="451" y="820"/>
                  </a:lnTo>
                  <a:lnTo>
                    <a:pt x="402" y="814"/>
                  </a:lnTo>
                  <a:lnTo>
                    <a:pt x="350" y="815"/>
                  </a:lnTo>
                  <a:lnTo>
                    <a:pt x="297" y="824"/>
                  </a:lnTo>
                  <a:lnTo>
                    <a:pt x="243" y="842"/>
                  </a:lnTo>
                  <a:lnTo>
                    <a:pt x="190" y="873"/>
                  </a:lnTo>
                  <a:lnTo>
                    <a:pt x="138" y="915"/>
                  </a:lnTo>
                  <a:lnTo>
                    <a:pt x="88" y="973"/>
                  </a:lnTo>
                  <a:lnTo>
                    <a:pt x="42" y="1047"/>
                  </a:lnTo>
                  <a:lnTo>
                    <a:pt x="0" y="1139"/>
                  </a:lnTo>
                  <a:lnTo>
                    <a:pt x="298" y="313"/>
                  </a:lnTo>
                  <a:lnTo>
                    <a:pt x="301" y="308"/>
                  </a:lnTo>
                  <a:lnTo>
                    <a:pt x="312" y="292"/>
                  </a:lnTo>
                  <a:lnTo>
                    <a:pt x="329" y="269"/>
                  </a:lnTo>
                  <a:lnTo>
                    <a:pt x="351" y="239"/>
                  </a:lnTo>
                  <a:lnTo>
                    <a:pt x="380" y="206"/>
                  </a:lnTo>
                  <a:lnTo>
                    <a:pt x="415" y="170"/>
                  </a:lnTo>
                  <a:lnTo>
                    <a:pt x="453" y="133"/>
                  </a:lnTo>
                  <a:lnTo>
                    <a:pt x="496" y="98"/>
                  </a:lnTo>
                  <a:lnTo>
                    <a:pt x="544" y="65"/>
                  </a:lnTo>
                  <a:lnTo>
                    <a:pt x="596" y="37"/>
                  </a:lnTo>
                  <a:lnTo>
                    <a:pt x="650" y="16"/>
                  </a:lnTo>
                  <a:lnTo>
                    <a:pt x="707" y="3"/>
                  </a:lnTo>
                  <a:lnTo>
                    <a:pt x="768" y="0"/>
                  </a:lnTo>
                  <a:lnTo>
                    <a:pt x="830" y="10"/>
                  </a:lnTo>
                  <a:lnTo>
                    <a:pt x="894" y="33"/>
                  </a:lnTo>
                  <a:lnTo>
                    <a:pt x="959" y="71"/>
                  </a:lnTo>
                  <a:lnTo>
                    <a:pt x="956" y="75"/>
                  </a:lnTo>
                  <a:lnTo>
                    <a:pt x="948" y="87"/>
                  </a:lnTo>
                  <a:lnTo>
                    <a:pt x="936" y="107"/>
                  </a:lnTo>
                  <a:lnTo>
                    <a:pt x="919" y="133"/>
                  </a:lnTo>
                  <a:lnTo>
                    <a:pt x="899" y="167"/>
                  </a:lnTo>
                  <a:lnTo>
                    <a:pt x="876" y="207"/>
                  </a:lnTo>
                  <a:lnTo>
                    <a:pt x="851" y="255"/>
                  </a:lnTo>
                  <a:lnTo>
                    <a:pt x="826" y="307"/>
                  </a:lnTo>
                  <a:lnTo>
                    <a:pt x="799" y="365"/>
                  </a:lnTo>
                  <a:lnTo>
                    <a:pt x="771" y="428"/>
                  </a:lnTo>
                  <a:lnTo>
                    <a:pt x="745" y="496"/>
                  </a:lnTo>
                  <a:lnTo>
                    <a:pt x="720" y="569"/>
                  </a:lnTo>
                  <a:lnTo>
                    <a:pt x="696" y="646"/>
                  </a:lnTo>
                  <a:lnTo>
                    <a:pt x="676" y="726"/>
                  </a:lnTo>
                  <a:lnTo>
                    <a:pt x="658" y="810"/>
                  </a:lnTo>
                  <a:lnTo>
                    <a:pt x="645" y="898"/>
                  </a:lnTo>
                  <a:close/>
                </a:path>
              </a:pathLst>
            </a:custGeom>
            <a:solidFill>
              <a:srgbClr val="B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31"/>
            <p:cNvSpPr/>
            <p:nvPr/>
          </p:nvSpPr>
          <p:spPr>
            <a:xfrm flipH="1">
              <a:off x="3634" y="2104"/>
              <a:ext cx="84" cy="175"/>
            </a:xfrm>
            <a:custGeom>
              <a:rect b="b" l="l" r="r" t="t"/>
              <a:pathLst>
                <a:path extrusionOk="0" h="562" w="216">
                  <a:moveTo>
                    <a:pt x="216" y="0"/>
                  </a:moveTo>
                  <a:lnTo>
                    <a:pt x="213" y="4"/>
                  </a:lnTo>
                  <a:lnTo>
                    <a:pt x="205" y="15"/>
                  </a:lnTo>
                  <a:lnTo>
                    <a:pt x="192" y="34"/>
                  </a:lnTo>
                  <a:lnTo>
                    <a:pt x="177" y="58"/>
                  </a:lnTo>
                  <a:lnTo>
                    <a:pt x="158" y="88"/>
                  </a:lnTo>
                  <a:lnTo>
                    <a:pt x="138" y="122"/>
                  </a:lnTo>
                  <a:lnTo>
                    <a:pt x="117" y="161"/>
                  </a:lnTo>
                  <a:lnTo>
                    <a:pt x="94" y="203"/>
                  </a:lnTo>
                  <a:lnTo>
                    <a:pt x="73" y="246"/>
                  </a:lnTo>
                  <a:lnTo>
                    <a:pt x="53" y="292"/>
                  </a:lnTo>
                  <a:lnTo>
                    <a:pt x="35" y="339"/>
                  </a:lnTo>
                  <a:lnTo>
                    <a:pt x="19" y="385"/>
                  </a:lnTo>
                  <a:lnTo>
                    <a:pt x="8" y="432"/>
                  </a:lnTo>
                  <a:lnTo>
                    <a:pt x="2" y="478"/>
                  </a:lnTo>
                  <a:lnTo>
                    <a:pt x="0" y="521"/>
                  </a:lnTo>
                  <a:lnTo>
                    <a:pt x="5" y="562"/>
                  </a:lnTo>
                  <a:lnTo>
                    <a:pt x="5" y="559"/>
                  </a:lnTo>
                  <a:lnTo>
                    <a:pt x="7" y="550"/>
                  </a:lnTo>
                  <a:lnTo>
                    <a:pt x="9" y="536"/>
                  </a:lnTo>
                  <a:lnTo>
                    <a:pt x="14" y="517"/>
                  </a:lnTo>
                  <a:lnTo>
                    <a:pt x="19" y="493"/>
                  </a:lnTo>
                  <a:lnTo>
                    <a:pt x="26" y="465"/>
                  </a:lnTo>
                  <a:lnTo>
                    <a:pt x="35" y="431"/>
                  </a:lnTo>
                  <a:lnTo>
                    <a:pt x="45" y="395"/>
                  </a:lnTo>
                  <a:lnTo>
                    <a:pt x="59" y="355"/>
                  </a:lnTo>
                  <a:lnTo>
                    <a:pt x="73" y="311"/>
                  </a:lnTo>
                  <a:lnTo>
                    <a:pt x="90" y="265"/>
                  </a:lnTo>
                  <a:lnTo>
                    <a:pt x="110" y="216"/>
                  </a:lnTo>
                  <a:lnTo>
                    <a:pt x="132" y="165"/>
                  </a:lnTo>
                  <a:lnTo>
                    <a:pt x="157" y="111"/>
                  </a:lnTo>
                  <a:lnTo>
                    <a:pt x="185" y="56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31"/>
            <p:cNvSpPr/>
            <p:nvPr/>
          </p:nvSpPr>
          <p:spPr>
            <a:xfrm flipH="1">
              <a:off x="3540" y="2232"/>
              <a:ext cx="124" cy="311"/>
            </a:xfrm>
            <a:custGeom>
              <a:rect b="b" l="l" r="r" t="t"/>
              <a:pathLst>
                <a:path extrusionOk="0" h="999" w="320">
                  <a:moveTo>
                    <a:pt x="320" y="0"/>
                  </a:moveTo>
                  <a:lnTo>
                    <a:pt x="317" y="11"/>
                  </a:lnTo>
                  <a:lnTo>
                    <a:pt x="307" y="44"/>
                  </a:lnTo>
                  <a:lnTo>
                    <a:pt x="292" y="93"/>
                  </a:lnTo>
                  <a:lnTo>
                    <a:pt x="272" y="157"/>
                  </a:lnTo>
                  <a:lnTo>
                    <a:pt x="249" y="233"/>
                  </a:lnTo>
                  <a:lnTo>
                    <a:pt x="223" y="317"/>
                  </a:lnTo>
                  <a:lnTo>
                    <a:pt x="195" y="408"/>
                  </a:lnTo>
                  <a:lnTo>
                    <a:pt x="166" y="501"/>
                  </a:lnTo>
                  <a:lnTo>
                    <a:pt x="137" y="594"/>
                  </a:lnTo>
                  <a:lnTo>
                    <a:pt x="108" y="685"/>
                  </a:lnTo>
                  <a:lnTo>
                    <a:pt x="81" y="769"/>
                  </a:lnTo>
                  <a:lnTo>
                    <a:pt x="57" y="845"/>
                  </a:lnTo>
                  <a:lnTo>
                    <a:pt x="36" y="908"/>
                  </a:lnTo>
                  <a:lnTo>
                    <a:pt x="18" y="958"/>
                  </a:lnTo>
                  <a:lnTo>
                    <a:pt x="7" y="989"/>
                  </a:lnTo>
                  <a:lnTo>
                    <a:pt x="0" y="999"/>
                  </a:lnTo>
                  <a:lnTo>
                    <a:pt x="1" y="992"/>
                  </a:lnTo>
                  <a:lnTo>
                    <a:pt x="5" y="971"/>
                  </a:lnTo>
                  <a:lnTo>
                    <a:pt x="13" y="938"/>
                  </a:lnTo>
                  <a:lnTo>
                    <a:pt x="23" y="894"/>
                  </a:lnTo>
                  <a:lnTo>
                    <a:pt x="36" y="841"/>
                  </a:lnTo>
                  <a:lnTo>
                    <a:pt x="50" y="780"/>
                  </a:lnTo>
                  <a:lnTo>
                    <a:pt x="68" y="712"/>
                  </a:lnTo>
                  <a:lnTo>
                    <a:pt x="88" y="637"/>
                  </a:lnTo>
                  <a:lnTo>
                    <a:pt x="110" y="559"/>
                  </a:lnTo>
                  <a:lnTo>
                    <a:pt x="135" y="478"/>
                  </a:lnTo>
                  <a:lnTo>
                    <a:pt x="161" y="395"/>
                  </a:lnTo>
                  <a:lnTo>
                    <a:pt x="190" y="311"/>
                  </a:lnTo>
                  <a:lnTo>
                    <a:pt x="220" y="229"/>
                  </a:lnTo>
                  <a:lnTo>
                    <a:pt x="251" y="149"/>
                  </a:lnTo>
                  <a:lnTo>
                    <a:pt x="284" y="72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31"/>
            <p:cNvSpPr/>
            <p:nvPr/>
          </p:nvSpPr>
          <p:spPr>
            <a:xfrm flipH="1">
              <a:off x="3565" y="2135"/>
              <a:ext cx="82" cy="15"/>
            </a:xfrm>
            <a:custGeom>
              <a:rect b="b" l="l" r="r" t="t"/>
              <a:pathLst>
                <a:path extrusionOk="0" h="51" w="216">
                  <a:moveTo>
                    <a:pt x="5" y="16"/>
                  </a:moveTo>
                  <a:lnTo>
                    <a:pt x="5" y="15"/>
                  </a:lnTo>
                  <a:lnTo>
                    <a:pt x="2" y="14"/>
                  </a:lnTo>
                  <a:lnTo>
                    <a:pt x="1" y="12"/>
                  </a:lnTo>
                  <a:lnTo>
                    <a:pt x="0" y="9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1"/>
                  </a:lnTo>
                  <a:lnTo>
                    <a:pt x="11" y="0"/>
                  </a:lnTo>
                  <a:lnTo>
                    <a:pt x="20" y="0"/>
                  </a:lnTo>
                  <a:lnTo>
                    <a:pt x="33" y="1"/>
                  </a:lnTo>
                  <a:lnTo>
                    <a:pt x="50" y="3"/>
                  </a:lnTo>
                  <a:lnTo>
                    <a:pt x="72" y="8"/>
                  </a:lnTo>
                  <a:lnTo>
                    <a:pt x="98" y="14"/>
                  </a:lnTo>
                  <a:lnTo>
                    <a:pt x="131" y="23"/>
                  </a:lnTo>
                  <a:lnTo>
                    <a:pt x="170" y="35"/>
                  </a:lnTo>
                  <a:lnTo>
                    <a:pt x="216" y="51"/>
                  </a:lnTo>
                  <a:lnTo>
                    <a:pt x="5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769" name="Google Shape;769;p31"/>
          <p:cNvGraphicFramePr/>
          <p:nvPr/>
        </p:nvGraphicFramePr>
        <p:xfrm>
          <a:off x="7308850" y="1844675"/>
          <a:ext cx="847725" cy="2952750"/>
        </p:xfrm>
        <a:graphic>
          <a:graphicData uri="http://schemas.openxmlformats.org/presentationml/2006/ole">
            <mc:AlternateContent>
              <mc:Choice Requires="v">
                <p:oleObj r:id="rId13" imgH="2952750" imgW="847725" progId="Visio.Drawing.11" spid="_x0000_s4">
                  <p:embed/>
                </p:oleObj>
              </mc:Choice>
              <mc:Fallback>
                <p:oleObj r:id="rId14" imgH="2952750" imgW="847725" progId="Visio.Drawing.11">
                  <p:embed/>
                  <p:pic>
                    <p:nvPicPr>
                      <p:cNvPr id="769" name="Google Shape;769;p31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08850" y="1844675"/>
                        <a:ext cx="847725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32"/>
          <p:cNvGrpSpPr/>
          <p:nvPr/>
        </p:nvGrpSpPr>
        <p:grpSpPr>
          <a:xfrm>
            <a:off x="2222500" y="3476625"/>
            <a:ext cx="506412" cy="771525"/>
            <a:chOff x="748" y="2205"/>
            <a:chExt cx="319" cy="486"/>
          </a:xfrm>
        </p:grpSpPr>
        <p:graphicFrame>
          <p:nvGraphicFramePr>
            <p:cNvPr id="775" name="Google Shape;775;p32"/>
            <p:cNvGraphicFramePr/>
            <p:nvPr/>
          </p:nvGraphicFramePr>
          <p:xfrm>
            <a:off x="748" y="2205"/>
            <a:ext cx="319" cy="486"/>
          </p:xfrm>
          <a:graphic>
            <a:graphicData uri="http://schemas.openxmlformats.org/presentationml/2006/ole">
              <mc:AlternateContent>
                <mc:Choice Requires="v">
                  <p:oleObj r:id="rId4" imgH="486" imgW="319" progId="Visio.Drawing.11" spid="_x0000_s1">
                    <p:embed/>
                  </p:oleObj>
                </mc:Choice>
                <mc:Fallback>
                  <p:oleObj r:id="rId5" imgH="486" imgW="319" progId="Visio.Drawing.11">
                    <p:embed/>
                    <p:pic>
                      <p:nvPicPr>
                        <p:cNvPr id="775" name="Google Shape;775;p32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748" y="2205"/>
                          <a:ext cx="319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6" name="Google Shape;776;p32"/>
            <p:cNvSpPr/>
            <p:nvPr/>
          </p:nvSpPr>
          <p:spPr>
            <a:xfrm>
              <a:off x="839" y="2205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3299" id="777" name="Google Shape;77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87675" y="5589587"/>
            <a:ext cx="784225" cy="784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8" name="Google Shape;778;p32"/>
          <p:cNvGraphicFramePr/>
          <p:nvPr/>
        </p:nvGraphicFramePr>
        <p:xfrm>
          <a:off x="1619250" y="4652962"/>
          <a:ext cx="512762" cy="835025"/>
        </p:xfrm>
        <a:graphic>
          <a:graphicData uri="http://schemas.openxmlformats.org/presentationml/2006/ole">
            <mc:AlternateContent>
              <mc:Choice Requires="v">
                <p:oleObj r:id="rId8" imgH="835025" imgW="512762" progId="Visio.Drawing.11" spid="_x0000_s2">
                  <p:embed/>
                </p:oleObj>
              </mc:Choice>
              <mc:Fallback>
                <p:oleObj r:id="rId9" imgH="835025" imgW="512762" progId="Visio.Drawing.11">
                  <p:embed/>
                  <p:pic>
                    <p:nvPicPr>
                      <p:cNvPr id="778" name="Google Shape;778;p32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19250" y="4652962"/>
                        <a:ext cx="51276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" name="Google Shape;779;p32"/>
          <p:cNvSpPr/>
          <p:nvPr/>
        </p:nvSpPr>
        <p:spPr>
          <a:xfrm>
            <a:off x="4067175" y="2060575"/>
            <a:ext cx="3924300" cy="3097212"/>
          </a:xfrm>
          <a:custGeom>
            <a:rect b="b" l="l" r="r" t="t"/>
            <a:pathLst>
              <a:path extrusionOk="0" h="21600" w="2160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extrusionOk="0" fill="none" h="21600" w="2160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extrusionOk="0" fill="none" h="21600" w="2160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extrusionOk="0" fill="none" h="21600" w="2160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extrusionOk="0" fill="none" h="21600" w="2160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extrusionOk="0" fill="none" h="21600" w="2160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extrusionOk="0" fill="none" h="21600" w="2160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extrusionOk="0" fill="none" h="21600" w="2160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extrusionOk="0" fill="none" h="21600" w="2160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extrusionOk="0" fill="none" h="21600" w="2160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extrusionOk="0" fill="none" h="21600" w="2160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extrusionOk="0" fill="none" h="21600" w="2160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FFCC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  <a:effectLst>
            <a:outerShdw blurRad="63500" dir="2700000" dist="107763">
              <a:srgbClr val="808080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80" name="Google Shape;780;p32"/>
          <p:cNvGraphicFramePr/>
          <p:nvPr/>
        </p:nvGraphicFramePr>
        <p:xfrm>
          <a:off x="3132137" y="1628775"/>
          <a:ext cx="741362" cy="965200"/>
        </p:xfrm>
        <a:graphic>
          <a:graphicData uri="http://schemas.openxmlformats.org/presentationml/2006/ole">
            <mc:AlternateContent>
              <mc:Choice Requires="v">
                <p:oleObj r:id="rId11" imgH="965200" imgW="741362" progId="Visio.Drawing.11" spid="_x0000_s3">
                  <p:embed/>
                </p:oleObj>
              </mc:Choice>
              <mc:Fallback>
                <p:oleObj r:id="rId12" imgH="965200" imgW="741362" progId="Visio.Drawing.11">
                  <p:embed/>
                  <p:pic>
                    <p:nvPicPr>
                      <p:cNvPr id="780" name="Google Shape;780;p32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1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132137" y="1628775"/>
                        <a:ext cx="74136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個人電腦</a:t>
            </a:r>
            <a:endParaRPr/>
          </a:p>
        </p:txBody>
      </p:sp>
      <p:graphicFrame>
        <p:nvGraphicFramePr>
          <p:cNvPr id="786" name="Google Shape;786;p33"/>
          <p:cNvGraphicFramePr/>
          <p:nvPr/>
        </p:nvGraphicFramePr>
        <p:xfrm>
          <a:off x="684212" y="2133600"/>
          <a:ext cx="1441450" cy="1330325"/>
        </p:xfrm>
        <a:graphic>
          <a:graphicData uri="http://schemas.openxmlformats.org/presentationml/2006/ole">
            <mc:AlternateContent>
              <mc:Choice Requires="v">
                <p:oleObj r:id="rId4" imgH="1330325" imgW="1441450" progId="Visio.Drawing.11" spid="_x0000_s1">
                  <p:embed/>
                </p:oleObj>
              </mc:Choice>
              <mc:Fallback>
                <p:oleObj r:id="rId5" imgH="1330325" imgW="1441450" progId="Visio.Drawing.11">
                  <p:embed/>
                  <p:pic>
                    <p:nvPicPr>
                      <p:cNvPr id="786" name="Google Shape;786;p33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4212" y="2133600"/>
                        <a:ext cx="144145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7" name="Google Shape;787;p33"/>
          <p:cNvGraphicFramePr/>
          <p:nvPr/>
        </p:nvGraphicFramePr>
        <p:xfrm>
          <a:off x="4932362" y="1989137"/>
          <a:ext cx="1489075" cy="1433512"/>
        </p:xfrm>
        <a:graphic>
          <a:graphicData uri="http://schemas.openxmlformats.org/presentationml/2006/ole">
            <mc:AlternateContent>
              <mc:Choice Requires="v">
                <p:oleObj r:id="rId7" imgH="1433512" imgW="1489075" progId="Visio.Drawing.11" spid="_x0000_s2">
                  <p:embed/>
                </p:oleObj>
              </mc:Choice>
              <mc:Fallback>
                <p:oleObj r:id="rId8" imgH="1433512" imgW="1489075" progId="Visio.Drawing.11">
                  <p:embed/>
                  <p:pic>
                    <p:nvPicPr>
                      <p:cNvPr id="787" name="Google Shape;787;p33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32362" y="1989137"/>
                        <a:ext cx="1489075" cy="143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" name="Google Shape;788;p33"/>
          <p:cNvGraphicFramePr/>
          <p:nvPr/>
        </p:nvGraphicFramePr>
        <p:xfrm>
          <a:off x="2700337" y="2133600"/>
          <a:ext cx="1377950" cy="1282700"/>
        </p:xfrm>
        <a:graphic>
          <a:graphicData uri="http://schemas.openxmlformats.org/presentationml/2006/ole">
            <mc:AlternateContent>
              <mc:Choice Requires="v">
                <p:oleObj r:id="rId10" imgH="1282700" imgW="1377950" progId="Visio.Drawing.11" spid="_x0000_s3">
                  <p:embed/>
                </p:oleObj>
              </mc:Choice>
              <mc:Fallback>
                <p:oleObj r:id="rId11" imgH="1282700" imgW="1377950" progId="Visio.Drawing.11">
                  <p:embed/>
                  <p:pic>
                    <p:nvPicPr>
                      <p:cNvPr id="788" name="Google Shape;788;p33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00337" y="2133600"/>
                        <a:ext cx="137795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" name="Google Shape;789;p33"/>
          <p:cNvGraphicFramePr/>
          <p:nvPr/>
        </p:nvGraphicFramePr>
        <p:xfrm>
          <a:off x="4932362" y="3933825"/>
          <a:ext cx="1022350" cy="1223962"/>
        </p:xfrm>
        <a:graphic>
          <a:graphicData uri="http://schemas.openxmlformats.org/presentationml/2006/ole">
            <mc:AlternateContent>
              <mc:Choice Requires="v">
                <p:oleObj r:id="rId13" imgH="1223962" imgW="1022350" progId="Visio.Drawing.11" spid="_x0000_s4">
                  <p:embed/>
                </p:oleObj>
              </mc:Choice>
              <mc:Fallback>
                <p:oleObj r:id="rId14" imgH="1223962" imgW="1022350" progId="Visio.Drawing.11">
                  <p:embed/>
                  <p:pic>
                    <p:nvPicPr>
                      <p:cNvPr id="789" name="Google Shape;789;p33"/>
                      <p:cNvPicPr preferRelativeResize="0"/>
                      <p:nvPr>
                        <p:ph idx="4" type="body"/>
                      </p:nvPr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32362" y="3933825"/>
                        <a:ext cx="1022350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0" name="Google Shape;790;p33"/>
          <p:cNvGraphicFramePr/>
          <p:nvPr/>
        </p:nvGraphicFramePr>
        <p:xfrm>
          <a:off x="3059112" y="4005262"/>
          <a:ext cx="850900" cy="1296987"/>
        </p:xfrm>
        <a:graphic>
          <a:graphicData uri="http://schemas.openxmlformats.org/presentationml/2006/ole">
            <mc:AlternateContent>
              <mc:Choice Requires="v">
                <p:oleObj r:id="rId16" imgH="1296987" imgW="850900" progId="Visio.Drawing.11" spid="_x0000_s5">
                  <p:embed/>
                </p:oleObj>
              </mc:Choice>
              <mc:Fallback>
                <p:oleObj r:id="rId17" imgH="1296987" imgW="850900" progId="Visio.Drawing.11">
                  <p:embed/>
                  <p:pic>
                    <p:nvPicPr>
                      <p:cNvPr id="790" name="Google Shape;790;p33"/>
                      <p:cNvPicPr preferRelativeResize="0"/>
                      <p:nvPr/>
                    </p:nvPicPr>
                    <p:blipFill rotWithShape="1">
                      <a:blip r:embed="rId1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059112" y="4005262"/>
                        <a:ext cx="850900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1" name="Google Shape;791;p33"/>
          <p:cNvGraphicFramePr/>
          <p:nvPr/>
        </p:nvGraphicFramePr>
        <p:xfrm>
          <a:off x="6948487" y="1989137"/>
          <a:ext cx="1512887" cy="1431925"/>
        </p:xfrm>
        <a:graphic>
          <a:graphicData uri="http://schemas.openxmlformats.org/presentationml/2006/ole">
            <mc:AlternateContent>
              <mc:Choice Requires="v">
                <p:oleObj r:id="rId19" imgH="1431925" imgW="1512887" progId="Visio.Drawing.11" spid="_x0000_s6">
                  <p:embed/>
                </p:oleObj>
              </mc:Choice>
              <mc:Fallback>
                <p:oleObj r:id="rId20" imgH="1431925" imgW="1512887" progId="Visio.Drawing.11">
                  <p:embed/>
                  <p:pic>
                    <p:nvPicPr>
                      <p:cNvPr id="791" name="Google Shape;791;p33"/>
                      <p:cNvPicPr preferRelativeResize="0"/>
                      <p:nvPr/>
                    </p:nvPicPr>
                    <p:blipFill rotWithShape="1">
                      <a:blip r:embed="rId2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948487" y="1989137"/>
                        <a:ext cx="1512887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" name="Google Shape;792;p33"/>
          <p:cNvGraphicFramePr/>
          <p:nvPr/>
        </p:nvGraphicFramePr>
        <p:xfrm>
          <a:off x="4067175" y="5229225"/>
          <a:ext cx="1036637" cy="1235075"/>
        </p:xfrm>
        <a:graphic>
          <a:graphicData uri="http://schemas.openxmlformats.org/presentationml/2006/ole">
            <mc:AlternateContent>
              <mc:Choice Requires="v">
                <p:oleObj r:id="rId22" imgH="1235075" imgW="1036637" progId="Visio.Drawing.11" spid="_x0000_s7">
                  <p:embed/>
                </p:oleObj>
              </mc:Choice>
              <mc:Fallback>
                <p:oleObj r:id="rId23" imgH="1235075" imgW="1036637" progId="Visio.Drawing.11">
                  <p:embed/>
                  <p:pic>
                    <p:nvPicPr>
                      <p:cNvPr id="792" name="Google Shape;792;p33"/>
                      <p:cNvPicPr preferRelativeResize="0"/>
                      <p:nvPr/>
                    </p:nvPicPr>
                    <p:blipFill rotWithShape="1">
                      <a:blip r:embed="rId24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067175" y="5229225"/>
                        <a:ext cx="1036637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" name="Google Shape;793;p33"/>
          <p:cNvGraphicFramePr/>
          <p:nvPr/>
        </p:nvGraphicFramePr>
        <p:xfrm>
          <a:off x="611187" y="3933825"/>
          <a:ext cx="1512887" cy="1406525"/>
        </p:xfrm>
        <a:graphic>
          <a:graphicData uri="http://schemas.openxmlformats.org/presentationml/2006/ole">
            <mc:AlternateContent>
              <mc:Choice Requires="v">
                <p:oleObj r:id="rId25" imgH="1406525" imgW="1512887" progId="Visio.Drawing.11" spid="_x0000_s8">
                  <p:embed/>
                </p:oleObj>
              </mc:Choice>
              <mc:Fallback>
                <p:oleObj r:id="rId26" imgH="1406525" imgW="1512887" progId="Visio.Drawing.11">
                  <p:embed/>
                  <p:pic>
                    <p:nvPicPr>
                      <p:cNvPr id="793" name="Google Shape;793;p33"/>
                      <p:cNvPicPr preferRelativeResize="0"/>
                      <p:nvPr/>
                    </p:nvPicPr>
                    <p:blipFill rotWithShape="1">
                      <a:blip r:embed="rId2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11187" y="3933825"/>
                        <a:ext cx="1512887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" name="Google Shape;794;p33"/>
          <p:cNvGraphicFramePr/>
          <p:nvPr/>
        </p:nvGraphicFramePr>
        <p:xfrm>
          <a:off x="6372225" y="5272087"/>
          <a:ext cx="1285875" cy="1157287"/>
        </p:xfrm>
        <a:graphic>
          <a:graphicData uri="http://schemas.openxmlformats.org/presentationml/2006/ole">
            <mc:AlternateContent>
              <mc:Choice Requires="v">
                <p:oleObj r:id="rId28" imgH="1157287" imgW="1285875" progId="Visio.Drawing.11" spid="_x0000_s9">
                  <p:embed/>
                </p:oleObj>
              </mc:Choice>
              <mc:Fallback>
                <p:oleObj r:id="rId29" imgH="1157287" imgW="1285875" progId="Visio.Drawing.11">
                  <p:embed/>
                  <p:pic>
                    <p:nvPicPr>
                      <p:cNvPr id="794" name="Google Shape;794;p33"/>
                      <p:cNvPicPr preferRelativeResize="0"/>
                      <p:nvPr/>
                    </p:nvPicPr>
                    <p:blipFill rotWithShape="1">
                      <a:blip r:embed="rId3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372225" y="5272087"/>
                        <a:ext cx="1285875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網路</a:t>
            </a:r>
            <a:endParaRPr/>
          </a:p>
        </p:txBody>
      </p:sp>
      <p:graphicFrame>
        <p:nvGraphicFramePr>
          <p:cNvPr id="800" name="Google Shape;800;p34"/>
          <p:cNvGraphicFramePr/>
          <p:nvPr/>
        </p:nvGraphicFramePr>
        <p:xfrm>
          <a:off x="3563937" y="3141662"/>
          <a:ext cx="2106612" cy="1697037"/>
        </p:xfrm>
        <a:graphic>
          <a:graphicData uri="http://schemas.openxmlformats.org/presentationml/2006/ole">
            <mc:AlternateContent>
              <mc:Choice Requires="v">
                <p:oleObj r:id="rId4" imgH="1697037" imgW="2106612" progId="Visio.Drawing.11" spid="_x0000_s1">
                  <p:embed/>
                </p:oleObj>
              </mc:Choice>
              <mc:Fallback>
                <p:oleObj r:id="rId5" imgH="1697037" imgW="2106612" progId="Visio.Drawing.11">
                  <p:embed/>
                  <p:pic>
                    <p:nvPicPr>
                      <p:cNvPr id="800" name="Google Shape;800;p34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563937" y="3141662"/>
                        <a:ext cx="2106612" cy="169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" name="Google Shape;801;p34"/>
          <p:cNvGraphicFramePr/>
          <p:nvPr/>
        </p:nvGraphicFramePr>
        <p:xfrm>
          <a:off x="6156325" y="3357562"/>
          <a:ext cx="2424112" cy="1162050"/>
        </p:xfrm>
        <a:graphic>
          <a:graphicData uri="http://schemas.openxmlformats.org/presentationml/2006/ole">
            <mc:AlternateContent>
              <mc:Choice Requires="v">
                <p:oleObj r:id="rId7" imgH="1162050" imgW="2424112" progId="Visio.Drawing.11" spid="_x0000_s2">
                  <p:embed/>
                </p:oleObj>
              </mc:Choice>
              <mc:Fallback>
                <p:oleObj r:id="rId8" imgH="1162050" imgW="2424112" progId="Visio.Drawing.11">
                  <p:embed/>
                  <p:pic>
                    <p:nvPicPr>
                      <p:cNvPr id="801" name="Google Shape;801;p34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156325" y="3357562"/>
                        <a:ext cx="2424112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2" name="Google Shape;802;p34"/>
          <p:cNvGraphicFramePr/>
          <p:nvPr/>
        </p:nvGraphicFramePr>
        <p:xfrm>
          <a:off x="684212" y="3068637"/>
          <a:ext cx="2305050" cy="1836737"/>
        </p:xfrm>
        <a:graphic>
          <a:graphicData uri="http://schemas.openxmlformats.org/presentationml/2006/ole">
            <mc:AlternateContent>
              <mc:Choice Requires="v">
                <p:oleObj r:id="rId10" imgH="1836737" imgW="2305050" progId="Visio.Drawing.11" spid="_x0000_s3">
                  <p:embed/>
                </p:oleObj>
              </mc:Choice>
              <mc:Fallback>
                <p:oleObj r:id="rId11" imgH="1836737" imgW="2305050" progId="Visio.Drawing.11">
                  <p:embed/>
                  <p:pic>
                    <p:nvPicPr>
                      <p:cNvPr id="802" name="Google Shape;802;p34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4212" y="3068637"/>
                        <a:ext cx="2305050" cy="183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伺服器</a:t>
            </a:r>
            <a:endParaRPr/>
          </a:p>
        </p:txBody>
      </p:sp>
      <p:graphicFrame>
        <p:nvGraphicFramePr>
          <p:cNvPr id="808" name="Google Shape;808;p35"/>
          <p:cNvGraphicFramePr/>
          <p:nvPr/>
        </p:nvGraphicFramePr>
        <p:xfrm>
          <a:off x="684212" y="1916112"/>
          <a:ext cx="1519237" cy="1943100"/>
        </p:xfrm>
        <a:graphic>
          <a:graphicData uri="http://schemas.openxmlformats.org/presentationml/2006/ole">
            <mc:AlternateContent>
              <mc:Choice Requires="v">
                <p:oleObj r:id="rId4" imgH="1943100" imgW="1519237" progId="Visio.Drawing.11" spid="_x0000_s1">
                  <p:embed/>
                </p:oleObj>
              </mc:Choice>
              <mc:Fallback>
                <p:oleObj r:id="rId5" imgH="1943100" imgW="1519237" progId="Visio.Drawing.11">
                  <p:embed/>
                  <p:pic>
                    <p:nvPicPr>
                      <p:cNvPr id="808" name="Google Shape;808;p35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4212" y="1916112"/>
                        <a:ext cx="1519237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" name="Google Shape;809;p35"/>
          <p:cNvGraphicFramePr/>
          <p:nvPr/>
        </p:nvGraphicFramePr>
        <p:xfrm>
          <a:off x="539750" y="4365625"/>
          <a:ext cx="1377950" cy="1873250"/>
        </p:xfrm>
        <a:graphic>
          <a:graphicData uri="http://schemas.openxmlformats.org/presentationml/2006/ole">
            <mc:AlternateContent>
              <mc:Choice Requires="v">
                <p:oleObj r:id="rId7" imgH="1873250" imgW="1377950" progId="Visio.Drawing.11" spid="_x0000_s2">
                  <p:embed/>
                </p:oleObj>
              </mc:Choice>
              <mc:Fallback>
                <p:oleObj r:id="rId8" imgH="1873250" imgW="1377950" progId="Visio.Drawing.11">
                  <p:embed/>
                  <p:pic>
                    <p:nvPicPr>
                      <p:cNvPr id="809" name="Google Shape;809;p35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9750" y="4365625"/>
                        <a:ext cx="1377950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" name="Google Shape;810;p35"/>
          <p:cNvGraphicFramePr/>
          <p:nvPr/>
        </p:nvGraphicFramePr>
        <p:xfrm>
          <a:off x="2339975" y="3500437"/>
          <a:ext cx="1168400" cy="1655762"/>
        </p:xfrm>
        <a:graphic>
          <a:graphicData uri="http://schemas.openxmlformats.org/presentationml/2006/ole">
            <mc:AlternateContent>
              <mc:Choice Requires="v">
                <p:oleObj r:id="rId10" imgH="1655762" imgW="1168400" progId="Visio.Drawing.11" spid="_x0000_s3">
                  <p:embed/>
                </p:oleObj>
              </mc:Choice>
              <mc:Fallback>
                <p:oleObj r:id="rId11" imgH="1655762" imgW="1168400" progId="Visio.Drawing.11">
                  <p:embed/>
                  <p:pic>
                    <p:nvPicPr>
                      <p:cNvPr id="810" name="Google Shape;810;p35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339975" y="3500437"/>
                        <a:ext cx="11684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1" name="Google Shape;811;p35"/>
          <p:cNvGraphicFramePr/>
          <p:nvPr/>
        </p:nvGraphicFramePr>
        <p:xfrm>
          <a:off x="7380287" y="4508500"/>
          <a:ext cx="1419225" cy="2024062"/>
        </p:xfrm>
        <a:graphic>
          <a:graphicData uri="http://schemas.openxmlformats.org/presentationml/2006/ole">
            <mc:AlternateContent>
              <mc:Choice Requires="v">
                <p:oleObj r:id="rId13" imgH="2024062" imgW="1419225" progId="Visio.Drawing.11" spid="_x0000_s4">
                  <p:embed/>
                </p:oleObj>
              </mc:Choice>
              <mc:Fallback>
                <p:oleObj r:id="rId14" imgH="2024062" imgW="1419225" progId="Visio.Drawing.11">
                  <p:embed/>
                  <p:pic>
                    <p:nvPicPr>
                      <p:cNvPr id="811" name="Google Shape;811;p35"/>
                      <p:cNvPicPr preferRelativeResize="0"/>
                      <p:nvPr>
                        <p:ph idx="4" type="body"/>
                      </p:nvPr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80287" y="4508500"/>
                        <a:ext cx="1419225" cy="202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" name="Google Shape;812;p35"/>
          <p:cNvGraphicFramePr/>
          <p:nvPr/>
        </p:nvGraphicFramePr>
        <p:xfrm>
          <a:off x="7380287" y="1844675"/>
          <a:ext cx="1504950" cy="2141537"/>
        </p:xfrm>
        <a:graphic>
          <a:graphicData uri="http://schemas.openxmlformats.org/presentationml/2006/ole">
            <mc:AlternateContent>
              <mc:Choice Requires="v">
                <p:oleObj r:id="rId16" imgH="2141537" imgW="1504950" progId="Visio.Drawing.11" spid="_x0000_s5">
                  <p:embed/>
                </p:oleObj>
              </mc:Choice>
              <mc:Fallback>
                <p:oleObj r:id="rId17" imgH="2141537" imgW="1504950" progId="Visio.Drawing.11">
                  <p:embed/>
                  <p:pic>
                    <p:nvPicPr>
                      <p:cNvPr id="812" name="Google Shape;812;p35"/>
                      <p:cNvPicPr preferRelativeResize="0"/>
                      <p:nvPr/>
                    </p:nvPicPr>
                    <p:blipFill rotWithShape="1">
                      <a:blip r:embed="rId1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80287" y="1844675"/>
                        <a:ext cx="1504950" cy="214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3" name="Google Shape;813;p35"/>
          <p:cNvGraphicFramePr/>
          <p:nvPr/>
        </p:nvGraphicFramePr>
        <p:xfrm>
          <a:off x="5724525" y="4508500"/>
          <a:ext cx="1355725" cy="1800225"/>
        </p:xfrm>
        <a:graphic>
          <a:graphicData uri="http://schemas.openxmlformats.org/presentationml/2006/ole">
            <mc:AlternateContent>
              <mc:Choice Requires="v">
                <p:oleObj r:id="rId19" imgH="1800225" imgW="1355725" progId="Visio.Drawing.11" spid="_x0000_s6">
                  <p:embed/>
                </p:oleObj>
              </mc:Choice>
              <mc:Fallback>
                <p:oleObj r:id="rId20" imgH="1800225" imgW="1355725" progId="Visio.Drawing.11">
                  <p:embed/>
                  <p:pic>
                    <p:nvPicPr>
                      <p:cNvPr id="813" name="Google Shape;813;p35"/>
                      <p:cNvPicPr preferRelativeResize="0"/>
                      <p:nvPr/>
                    </p:nvPicPr>
                    <p:blipFill rotWithShape="1">
                      <a:blip r:embed="rId2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724525" y="4508500"/>
                        <a:ext cx="135572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" name="Google Shape;814;p35"/>
          <p:cNvGraphicFramePr/>
          <p:nvPr/>
        </p:nvGraphicFramePr>
        <p:xfrm>
          <a:off x="3995737" y="1916112"/>
          <a:ext cx="1470025" cy="1871662"/>
        </p:xfrm>
        <a:graphic>
          <a:graphicData uri="http://schemas.openxmlformats.org/presentationml/2006/ole">
            <mc:AlternateContent>
              <mc:Choice Requires="v">
                <p:oleObj r:id="rId22" imgH="1871662" imgW="1470025" progId="Visio.Drawing.11" spid="_x0000_s7">
                  <p:embed/>
                </p:oleObj>
              </mc:Choice>
              <mc:Fallback>
                <p:oleObj r:id="rId23" imgH="1871662" imgW="1470025" progId="Visio.Drawing.11">
                  <p:embed/>
                  <p:pic>
                    <p:nvPicPr>
                      <p:cNvPr id="814" name="Google Shape;814;p35"/>
                      <p:cNvPicPr preferRelativeResize="0"/>
                      <p:nvPr/>
                    </p:nvPicPr>
                    <p:blipFill rotWithShape="1">
                      <a:blip r:embed="rId24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995737" y="1916112"/>
                        <a:ext cx="1470025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" name="Google Shape;815;p35"/>
          <p:cNvGraphicFramePr/>
          <p:nvPr/>
        </p:nvGraphicFramePr>
        <p:xfrm>
          <a:off x="3995737" y="4508500"/>
          <a:ext cx="1414462" cy="1800225"/>
        </p:xfrm>
        <a:graphic>
          <a:graphicData uri="http://schemas.openxmlformats.org/presentationml/2006/ole">
            <mc:AlternateContent>
              <mc:Choice Requires="v">
                <p:oleObj r:id="rId25" imgH="1800225" imgW="1414462" progId="Visio.Drawing.11" spid="_x0000_s8">
                  <p:embed/>
                </p:oleObj>
              </mc:Choice>
              <mc:Fallback>
                <p:oleObj r:id="rId26" imgH="1800225" imgW="1414462" progId="Visio.Drawing.11">
                  <p:embed/>
                  <p:pic>
                    <p:nvPicPr>
                      <p:cNvPr id="815" name="Google Shape;815;p35"/>
                      <p:cNvPicPr preferRelativeResize="0"/>
                      <p:nvPr/>
                    </p:nvPicPr>
                    <p:blipFill rotWithShape="1">
                      <a:blip r:embed="rId2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995737" y="4508500"/>
                        <a:ext cx="1414462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" name="Google Shape;816;p35"/>
          <p:cNvGraphicFramePr/>
          <p:nvPr/>
        </p:nvGraphicFramePr>
        <p:xfrm>
          <a:off x="5724525" y="1916112"/>
          <a:ext cx="1350962" cy="1944687"/>
        </p:xfrm>
        <a:graphic>
          <a:graphicData uri="http://schemas.openxmlformats.org/presentationml/2006/ole">
            <mc:AlternateContent>
              <mc:Choice Requires="v">
                <p:oleObj r:id="rId28" imgH="1944687" imgW="1350962" progId="Visio.Drawing.11" spid="_x0000_s9">
                  <p:embed/>
                </p:oleObj>
              </mc:Choice>
              <mc:Fallback>
                <p:oleObj r:id="rId29" imgH="1944687" imgW="1350962" progId="Visio.Drawing.11">
                  <p:embed/>
                  <p:pic>
                    <p:nvPicPr>
                      <p:cNvPr id="816" name="Google Shape;816;p35"/>
                      <p:cNvPicPr preferRelativeResize="0"/>
                      <p:nvPr/>
                    </p:nvPicPr>
                    <p:blipFill rotWithShape="1">
                      <a:blip r:embed="rId3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724525" y="1916112"/>
                        <a:ext cx="1350962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通訊設備</a:t>
            </a:r>
            <a:endParaRPr/>
          </a:p>
        </p:txBody>
      </p:sp>
      <p:graphicFrame>
        <p:nvGraphicFramePr>
          <p:cNvPr id="822" name="Google Shape;822;p36"/>
          <p:cNvGraphicFramePr/>
          <p:nvPr/>
        </p:nvGraphicFramePr>
        <p:xfrm>
          <a:off x="684212" y="2852737"/>
          <a:ext cx="2016125" cy="1903412"/>
        </p:xfrm>
        <a:graphic>
          <a:graphicData uri="http://schemas.openxmlformats.org/presentationml/2006/ole">
            <mc:AlternateContent>
              <mc:Choice Requires="v">
                <p:oleObj r:id="rId4" imgH="1903412" imgW="2016125" progId="Visio.Drawing.11" spid="_x0000_s1">
                  <p:embed/>
                </p:oleObj>
              </mc:Choice>
              <mc:Fallback>
                <p:oleObj r:id="rId5" imgH="1903412" imgW="2016125" progId="Visio.Drawing.11">
                  <p:embed/>
                  <p:pic>
                    <p:nvPicPr>
                      <p:cNvPr id="822" name="Google Shape;822;p36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4212" y="2852737"/>
                        <a:ext cx="2016125" cy="190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" name="Google Shape;823;p36"/>
          <p:cNvGraphicFramePr/>
          <p:nvPr/>
        </p:nvGraphicFramePr>
        <p:xfrm>
          <a:off x="4067175" y="2708275"/>
          <a:ext cx="1238250" cy="2016125"/>
        </p:xfrm>
        <a:graphic>
          <a:graphicData uri="http://schemas.openxmlformats.org/presentationml/2006/ole">
            <mc:AlternateContent>
              <mc:Choice Requires="v">
                <p:oleObj r:id="rId7" imgH="2016125" imgW="1238250" progId="Visio.Drawing.11" spid="_x0000_s2">
                  <p:embed/>
                </p:oleObj>
              </mc:Choice>
              <mc:Fallback>
                <p:oleObj r:id="rId8" imgH="2016125" imgW="1238250" progId="Visio.Drawing.11">
                  <p:embed/>
                  <p:pic>
                    <p:nvPicPr>
                      <p:cNvPr id="823" name="Google Shape;823;p36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067175" y="2708275"/>
                        <a:ext cx="1238250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" name="Google Shape;824;p36"/>
          <p:cNvGraphicFramePr/>
          <p:nvPr/>
        </p:nvGraphicFramePr>
        <p:xfrm>
          <a:off x="6659562" y="2924175"/>
          <a:ext cx="1724025" cy="1728787"/>
        </p:xfrm>
        <a:graphic>
          <a:graphicData uri="http://schemas.openxmlformats.org/presentationml/2006/ole">
            <mc:AlternateContent>
              <mc:Choice Requires="v">
                <p:oleObj r:id="rId10" imgH="1728787" imgW="1724025" progId="Visio.Drawing.11" spid="_x0000_s3">
                  <p:embed/>
                </p:oleObj>
              </mc:Choice>
              <mc:Fallback>
                <p:oleObj r:id="rId11" imgH="1728787" imgW="1724025" progId="Visio.Drawing.11">
                  <p:embed/>
                  <p:pic>
                    <p:nvPicPr>
                      <p:cNvPr id="824" name="Google Shape;824;p36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659562" y="2924175"/>
                        <a:ext cx="1724025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週邊設備</a:t>
            </a:r>
            <a:endParaRPr/>
          </a:p>
        </p:txBody>
      </p:sp>
      <p:graphicFrame>
        <p:nvGraphicFramePr>
          <p:cNvPr id="830" name="Google Shape;830;p37"/>
          <p:cNvGraphicFramePr/>
          <p:nvPr/>
        </p:nvGraphicFramePr>
        <p:xfrm>
          <a:off x="755650" y="2205037"/>
          <a:ext cx="1295400" cy="1290637"/>
        </p:xfrm>
        <a:graphic>
          <a:graphicData uri="http://schemas.openxmlformats.org/presentationml/2006/ole">
            <mc:AlternateContent>
              <mc:Choice Requires="v">
                <p:oleObj r:id="rId4" imgH="1290637" imgW="1295400" progId="Visio.Drawing.11" spid="_x0000_s1">
                  <p:embed/>
                </p:oleObj>
              </mc:Choice>
              <mc:Fallback>
                <p:oleObj r:id="rId5" imgH="1290637" imgW="1295400" progId="Visio.Drawing.11">
                  <p:embed/>
                  <p:pic>
                    <p:nvPicPr>
                      <p:cNvPr id="830" name="Google Shape;830;p37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55650" y="2205037"/>
                        <a:ext cx="12954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" name="Google Shape;831;p37"/>
          <p:cNvGraphicFramePr/>
          <p:nvPr/>
        </p:nvGraphicFramePr>
        <p:xfrm>
          <a:off x="6948487" y="2276475"/>
          <a:ext cx="1390650" cy="1368425"/>
        </p:xfrm>
        <a:graphic>
          <a:graphicData uri="http://schemas.openxmlformats.org/presentationml/2006/ole">
            <mc:AlternateContent>
              <mc:Choice Requires="v">
                <p:oleObj r:id="rId7" imgH="1368425" imgW="1390650" progId="Visio.Drawing.11" spid="_x0000_s2">
                  <p:embed/>
                </p:oleObj>
              </mc:Choice>
              <mc:Fallback>
                <p:oleObj r:id="rId8" imgH="1368425" imgW="1390650" progId="Visio.Drawing.11">
                  <p:embed/>
                  <p:pic>
                    <p:nvPicPr>
                      <p:cNvPr id="831" name="Google Shape;831;p37"/>
                      <p:cNvPicPr preferRelativeResize="0"/>
                      <p:nvPr>
                        <p:ph idx="2" type="body"/>
                      </p:nvPr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948487" y="2276475"/>
                        <a:ext cx="139065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" name="Google Shape;832;p37"/>
          <p:cNvGraphicFramePr/>
          <p:nvPr/>
        </p:nvGraphicFramePr>
        <p:xfrm>
          <a:off x="755650" y="4581525"/>
          <a:ext cx="1714500" cy="1323975"/>
        </p:xfrm>
        <a:graphic>
          <a:graphicData uri="http://schemas.openxmlformats.org/presentationml/2006/ole">
            <mc:AlternateContent>
              <mc:Choice Requires="v">
                <p:oleObj r:id="rId10" imgH="1323975" imgW="1714500" progId="Visio.Drawing.11" spid="_x0000_s3">
                  <p:embed/>
                </p:oleObj>
              </mc:Choice>
              <mc:Fallback>
                <p:oleObj r:id="rId11" imgH="1323975" imgW="1714500" progId="Visio.Drawing.11">
                  <p:embed/>
                  <p:pic>
                    <p:nvPicPr>
                      <p:cNvPr id="832" name="Google Shape;832;p37"/>
                      <p:cNvPicPr preferRelativeResize="0"/>
                      <p:nvPr>
                        <p:ph idx="3" type="body"/>
                      </p:nvPr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55650" y="4581525"/>
                        <a:ext cx="1714500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" name="Google Shape;833;p37"/>
          <p:cNvGraphicFramePr/>
          <p:nvPr/>
        </p:nvGraphicFramePr>
        <p:xfrm>
          <a:off x="6877050" y="4508500"/>
          <a:ext cx="1598612" cy="1355725"/>
        </p:xfrm>
        <a:graphic>
          <a:graphicData uri="http://schemas.openxmlformats.org/presentationml/2006/ole">
            <mc:AlternateContent>
              <mc:Choice Requires="v">
                <p:oleObj r:id="rId13" imgH="1355725" imgW="1598612" progId="Visio.Drawing.11" spid="_x0000_s4">
                  <p:embed/>
                </p:oleObj>
              </mc:Choice>
              <mc:Fallback>
                <p:oleObj r:id="rId14" imgH="1355725" imgW="1598612" progId="Visio.Drawing.11">
                  <p:embed/>
                  <p:pic>
                    <p:nvPicPr>
                      <p:cNvPr id="833" name="Google Shape;833;p37"/>
                      <p:cNvPicPr preferRelativeResize="0"/>
                      <p:nvPr>
                        <p:ph idx="4" type="body"/>
                      </p:nvPr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77050" y="4508500"/>
                        <a:ext cx="1598612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4" name="Google Shape;834;p37"/>
          <p:cNvGraphicFramePr/>
          <p:nvPr/>
        </p:nvGraphicFramePr>
        <p:xfrm>
          <a:off x="3779837" y="2133600"/>
          <a:ext cx="1435100" cy="1657350"/>
        </p:xfrm>
        <a:graphic>
          <a:graphicData uri="http://schemas.openxmlformats.org/presentationml/2006/ole">
            <mc:AlternateContent>
              <mc:Choice Requires="v">
                <p:oleObj r:id="rId16" imgH="1657350" imgW="1435100" progId="Visio.Drawing.11" spid="_x0000_s5">
                  <p:embed/>
                </p:oleObj>
              </mc:Choice>
              <mc:Fallback>
                <p:oleObj r:id="rId17" imgH="1657350" imgW="1435100" progId="Visio.Drawing.11">
                  <p:embed/>
                  <p:pic>
                    <p:nvPicPr>
                      <p:cNvPr id="834" name="Google Shape;834;p37"/>
                      <p:cNvPicPr preferRelativeResize="0"/>
                      <p:nvPr/>
                    </p:nvPicPr>
                    <p:blipFill rotWithShape="1">
                      <a:blip r:embed="rId1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779837" y="2133600"/>
                        <a:ext cx="1435100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" name="Google Shape;835;p37"/>
          <p:cNvGraphicFramePr/>
          <p:nvPr/>
        </p:nvGraphicFramePr>
        <p:xfrm>
          <a:off x="3851275" y="4797425"/>
          <a:ext cx="1584325" cy="1139825"/>
        </p:xfrm>
        <a:graphic>
          <a:graphicData uri="http://schemas.openxmlformats.org/presentationml/2006/ole">
            <mc:AlternateContent>
              <mc:Choice Requires="v">
                <p:oleObj r:id="rId19" imgH="1139825" imgW="1584325" progId="Visio.Drawing.11" spid="_x0000_s6">
                  <p:embed/>
                </p:oleObj>
              </mc:Choice>
              <mc:Fallback>
                <p:oleObj r:id="rId20" imgH="1139825" imgW="1584325" progId="Visio.Drawing.11">
                  <p:embed/>
                  <p:pic>
                    <p:nvPicPr>
                      <p:cNvPr id="835" name="Google Shape;835;p37"/>
                      <p:cNvPicPr preferRelativeResize="0"/>
                      <p:nvPr/>
                    </p:nvPicPr>
                    <p:blipFill rotWithShape="1">
                      <a:blip r:embed="rId2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51275" y="4797425"/>
                        <a:ext cx="15843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" name="Google Shape;836;p37"/>
          <p:cNvSpPr/>
          <p:nvPr/>
        </p:nvSpPr>
        <p:spPr>
          <a:xfrm>
            <a:off x="6199098" y="1437927"/>
            <a:ext cx="1165978" cy="674815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2637" y="15000"/>
                </a:quadBezTo>
                <a:lnTo>
                  <a:pt x="101659" y="0"/>
                </a:lnTo>
                <a:lnTo>
                  <a:pt x="120000" y="24000"/>
                </a:lnTo>
                <a:lnTo>
                  <a:pt x="105572" y="60000"/>
                </a:lnTo>
                <a:lnTo>
                  <a:pt x="104594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7"/>
          <p:cNvSpPr/>
          <p:nvPr/>
        </p:nvSpPr>
        <p:spPr>
          <a:xfrm rot="-10560591">
            <a:off x="6430616" y="2268213"/>
            <a:ext cx="1165978" cy="674815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2637" y="15000"/>
                </a:quadBezTo>
                <a:lnTo>
                  <a:pt x="101659" y="0"/>
                </a:lnTo>
                <a:lnTo>
                  <a:pt x="120000" y="24000"/>
                </a:lnTo>
                <a:lnTo>
                  <a:pt x="105572" y="60000"/>
                </a:lnTo>
                <a:lnTo>
                  <a:pt x="104594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7"/>
          <p:cNvSpPr/>
          <p:nvPr/>
        </p:nvSpPr>
        <p:spPr>
          <a:xfrm rot="5043222">
            <a:off x="6043350" y="3703817"/>
            <a:ext cx="1395377" cy="892189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0818" y="15000"/>
                </a:quadBezTo>
                <a:lnTo>
                  <a:pt x="99738" y="0"/>
                </a:lnTo>
                <a:lnTo>
                  <a:pt x="120000" y="24000"/>
                </a:lnTo>
                <a:lnTo>
                  <a:pt x="104060" y="60000"/>
                </a:lnTo>
                <a:lnTo>
                  <a:pt x="102980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9" name="Google Shape;839;p3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084387" y="1768475"/>
            <a:ext cx="2487612" cy="130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畫面剪輯" id="844" name="Google Shape;844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387" y="620712"/>
            <a:ext cx="37147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畫面剪輯" id="845" name="Google Shape;84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00" y="601662"/>
            <a:ext cx="37147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畫面剪輯" id="846" name="Google Shape;84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8675" y="606425"/>
            <a:ext cx="35242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畫面剪輯" id="847" name="Google Shape;84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0800" y="601662"/>
            <a:ext cx="37147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畫面剪輯" id="848" name="Google Shape;84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43212" y="620712"/>
            <a:ext cx="3714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畫面剪輯" id="849" name="Google Shape;849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05212" y="596900"/>
            <a:ext cx="4000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畫面剪輯" id="850" name="Google Shape;850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6675" y="592137"/>
            <a:ext cx="3714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畫面剪輯" id="851" name="Google Shape;851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4200" y="620712"/>
            <a:ext cx="363537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0387" y="1844675"/>
            <a:ext cx="1223962" cy="1223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38"/>
          <p:cNvPicPr preferRelativeResize="0"/>
          <p:nvPr/>
        </p:nvPicPr>
        <p:blipFill rotWithShape="1">
          <a:blip r:embed="rId12">
            <a:alphaModFix/>
          </a:blip>
          <a:srcRect b="77162" l="44061" r="43861" t="3412"/>
          <a:stretch/>
        </p:blipFill>
        <p:spPr>
          <a:xfrm>
            <a:off x="7429500" y="663575"/>
            <a:ext cx="280987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38"/>
          <p:cNvPicPr preferRelativeResize="0"/>
          <p:nvPr/>
        </p:nvPicPr>
        <p:blipFill rotWithShape="1">
          <a:blip r:embed="rId13">
            <a:alphaModFix/>
          </a:blip>
          <a:srcRect b="76776" l="62910" r="24150" t="1208"/>
          <a:stretch/>
        </p:blipFill>
        <p:spPr>
          <a:xfrm>
            <a:off x="7070725" y="592137"/>
            <a:ext cx="3016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38"/>
          <p:cNvPicPr preferRelativeResize="0"/>
          <p:nvPr/>
        </p:nvPicPr>
        <p:blipFill rotWithShape="1">
          <a:blip r:embed="rId14">
            <a:alphaModFix/>
          </a:blip>
          <a:srcRect b="77220" l="5075" r="83067" t="2197"/>
          <a:stretch/>
        </p:blipFill>
        <p:spPr>
          <a:xfrm>
            <a:off x="8170862" y="620712"/>
            <a:ext cx="287337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38"/>
          <p:cNvPicPr preferRelativeResize="0"/>
          <p:nvPr/>
        </p:nvPicPr>
        <p:blipFill rotWithShape="1">
          <a:blip r:embed="rId15">
            <a:alphaModFix/>
          </a:blip>
          <a:srcRect b="77083" l="24223" r="63269" t="2520"/>
          <a:stretch/>
        </p:blipFill>
        <p:spPr>
          <a:xfrm>
            <a:off x="7797800" y="642937"/>
            <a:ext cx="285750" cy="62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38"/>
          <p:cNvPicPr preferRelativeResize="0"/>
          <p:nvPr/>
        </p:nvPicPr>
        <p:blipFill rotWithShape="1">
          <a:blip r:embed="rId14">
            <a:alphaModFix/>
          </a:blip>
          <a:srcRect b="77411" l="83114" r="5028" t="2931"/>
          <a:stretch/>
        </p:blipFill>
        <p:spPr>
          <a:xfrm>
            <a:off x="6711950" y="636587"/>
            <a:ext cx="290512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3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057400" y="1851025"/>
            <a:ext cx="1409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3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300412" y="1989137"/>
            <a:ext cx="1409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3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935537" y="2006600"/>
            <a:ext cx="79375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86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075" y="471487"/>
            <a:ext cx="919162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3912" y="3651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9837" y="549275"/>
            <a:ext cx="1055687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Microphone studio.jpg - Wikimedia Commons" id="868" name="Google Shape;868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12" y="2659062"/>
            <a:ext cx="11588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er Desktop Pc · Free vector graphic on Pixabay" id="869" name="Google Shape;869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92325" y="2492375"/>
            <a:ext cx="2743200" cy="159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02250" y="209550"/>
            <a:ext cx="1625600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39"/>
          <p:cNvSpPr txBox="1"/>
          <p:nvPr/>
        </p:nvSpPr>
        <p:spPr>
          <a:xfrm>
            <a:off x="304800" y="1022350"/>
            <a:ext cx="8778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FKai-SB"/>
              <a:buNone/>
            </a:pPr>
            <a:r>
              <a:rPr b="0" i="0" lang="en-US" sz="1800" u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無人機</a:t>
            </a:r>
            <a:endParaRPr/>
          </a:p>
        </p:txBody>
      </p:sp>
      <p:sp>
        <p:nvSpPr>
          <p:cNvPr id="872" name="Google Shape;872;p39"/>
          <p:cNvSpPr txBox="1"/>
          <p:nvPr/>
        </p:nvSpPr>
        <p:spPr>
          <a:xfrm>
            <a:off x="2379662" y="1719262"/>
            <a:ext cx="646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FKai-SB"/>
              <a:buNone/>
            </a:pPr>
            <a:r>
              <a:rPr b="0" i="0" lang="en-US" sz="1800" u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WiFi</a:t>
            </a:r>
            <a:endParaRPr/>
          </a:p>
        </p:txBody>
      </p:sp>
      <p:sp>
        <p:nvSpPr>
          <p:cNvPr id="873" name="Google Shape;873;p39"/>
          <p:cNvSpPr txBox="1"/>
          <p:nvPr/>
        </p:nvSpPr>
        <p:spPr>
          <a:xfrm>
            <a:off x="3984625" y="1603375"/>
            <a:ext cx="646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FKai-SB"/>
              <a:buNone/>
            </a:pPr>
            <a:r>
              <a:rPr b="0" i="0" lang="en-US" sz="1800" u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文章</a:t>
            </a:r>
            <a:endParaRPr/>
          </a:p>
        </p:txBody>
      </p:sp>
      <p:graphicFrame>
        <p:nvGraphicFramePr>
          <p:cNvPr id="874" name="Google Shape;874;p39"/>
          <p:cNvGraphicFramePr/>
          <p:nvPr/>
        </p:nvGraphicFramePr>
        <p:xfrm>
          <a:off x="2493962" y="4111625"/>
          <a:ext cx="1441450" cy="1330325"/>
        </p:xfrm>
        <a:graphic>
          <a:graphicData uri="http://schemas.openxmlformats.org/presentationml/2006/ole">
            <mc:AlternateContent>
              <mc:Choice Requires="v">
                <p:oleObj r:id="rId10" imgH="1330325" imgW="1441450" progId="Visio.Drawing.11" spid="_x0000_s1">
                  <p:embed/>
                </p:oleObj>
              </mc:Choice>
              <mc:Fallback>
                <p:oleObj r:id="rId11" imgH="1330325" imgW="1441450" progId="Visio.Drawing.11">
                  <p:embed/>
                  <p:pic>
                    <p:nvPicPr>
                      <p:cNvPr id="874" name="Google Shape;874;p39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493962" y="4111625"/>
                        <a:ext cx="144145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5" name="Google Shape;875;p39"/>
          <p:cNvSpPr txBox="1"/>
          <p:nvPr/>
        </p:nvSpPr>
        <p:spPr>
          <a:xfrm>
            <a:off x="2627312" y="5446712"/>
            <a:ext cx="11747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FKai-SB"/>
              <a:buNone/>
            </a:pPr>
            <a:r>
              <a:rPr b="0" i="0" lang="en-US" sz="1800" u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個人電腦</a:t>
            </a:r>
            <a:endParaRPr/>
          </a:p>
        </p:txBody>
      </p:sp>
      <p:pic>
        <p:nvPicPr>
          <p:cNvPr id="876" name="Google Shape;876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359275" y="4111625"/>
            <a:ext cx="1211262" cy="1211262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39"/>
          <p:cNvSpPr txBox="1"/>
          <p:nvPr/>
        </p:nvSpPr>
        <p:spPr>
          <a:xfrm>
            <a:off x="4291012" y="5456237"/>
            <a:ext cx="11747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FKai-SB"/>
              <a:buNone/>
            </a:pPr>
            <a:r>
              <a:rPr b="0" i="0" lang="en-US" sz="1800" u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資料庫</a:t>
            </a:r>
            <a:endParaRPr/>
          </a:p>
        </p:txBody>
      </p:sp>
      <p:pic>
        <p:nvPicPr>
          <p:cNvPr id="878" name="Google Shape;878;p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61050" y="4078287"/>
            <a:ext cx="1279525" cy="12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39"/>
          <p:cNvSpPr txBox="1"/>
          <p:nvPr/>
        </p:nvSpPr>
        <p:spPr>
          <a:xfrm>
            <a:off x="5984875" y="5456237"/>
            <a:ext cx="11747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FKai-SB"/>
              <a:buNone/>
            </a:pPr>
            <a:r>
              <a:rPr b="0" i="0" lang="en-US" sz="1800" u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用戶</a:t>
            </a:r>
            <a:endParaRPr/>
          </a:p>
        </p:txBody>
      </p:sp>
      <p:pic>
        <p:nvPicPr>
          <p:cNvPr id="880" name="Google Shape;880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321668" y="3666934"/>
            <a:ext cx="1516806" cy="1891722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39"/>
          <p:cNvSpPr txBox="1"/>
          <p:nvPr/>
        </p:nvSpPr>
        <p:spPr>
          <a:xfrm>
            <a:off x="7416800" y="5559425"/>
            <a:ext cx="14224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FKai-SB"/>
              <a:buNone/>
            </a:pPr>
            <a:r>
              <a:rPr b="0" i="0" lang="en-US" sz="1800" u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用戶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6" name="Google Shape;886;p40"/>
          <p:cNvGraphicFramePr/>
          <p:nvPr/>
        </p:nvGraphicFramePr>
        <p:xfrm>
          <a:off x="3790950" y="1649412"/>
          <a:ext cx="527050" cy="1128712"/>
        </p:xfrm>
        <a:graphic>
          <a:graphicData uri="http://schemas.openxmlformats.org/presentationml/2006/ole">
            <mc:AlternateContent>
              <mc:Choice Requires="v">
                <p:oleObj r:id="rId4" imgH="1128712" imgW="527050" progId="Visio.Drawing.11" spid="_x0000_s1">
                  <p:embed/>
                </p:oleObj>
              </mc:Choice>
              <mc:Fallback>
                <p:oleObj r:id="rId5" imgH="1128712" imgW="527050" progId="Visio.Drawing.11">
                  <p:embed/>
                  <p:pic>
                    <p:nvPicPr>
                      <p:cNvPr id="886" name="Google Shape;886;p4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790950" y="1649412"/>
                        <a:ext cx="527050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7" name="Google Shape;887;p40"/>
          <p:cNvPicPr preferRelativeResize="0"/>
          <p:nvPr/>
        </p:nvPicPr>
        <p:blipFill rotWithShape="1">
          <a:blip r:embed="rId7">
            <a:alphaModFix/>
          </a:blip>
          <a:srcRect b="31488" l="47167" r="31868" t="35437"/>
          <a:stretch/>
        </p:blipFill>
        <p:spPr>
          <a:xfrm>
            <a:off x="2146300" y="1892300"/>
            <a:ext cx="863600" cy="75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USER\Desktop\images (1).jpg" id="888" name="Google Shape;888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8462" y="3732212"/>
            <a:ext cx="7461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29237" y="1892300"/>
            <a:ext cx="1163637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40"/>
          <p:cNvPicPr preferRelativeResize="0"/>
          <p:nvPr/>
        </p:nvPicPr>
        <p:blipFill rotWithShape="1">
          <a:blip r:embed="rId10">
            <a:alphaModFix/>
          </a:blip>
          <a:srcRect b="10908" l="23210" r="22607" t="120"/>
          <a:stretch/>
        </p:blipFill>
        <p:spPr>
          <a:xfrm>
            <a:off x="3138487" y="3646487"/>
            <a:ext cx="796925" cy="12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00550" y="3463925"/>
            <a:ext cx="2286000" cy="202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6237" y="1624012"/>
            <a:ext cx="1241425" cy="127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4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5775" y="3340100"/>
            <a:ext cx="811212" cy="1662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40"/>
          <p:cNvPicPr preferRelativeResize="0"/>
          <p:nvPr/>
        </p:nvPicPr>
        <p:blipFill rotWithShape="1">
          <a:blip r:embed="rId14">
            <a:alphaModFix/>
          </a:blip>
          <a:srcRect b="0" l="0" r="49429" t="0"/>
          <a:stretch/>
        </p:blipFill>
        <p:spPr>
          <a:xfrm>
            <a:off x="6843712" y="1501775"/>
            <a:ext cx="1317625" cy="146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「wifi icon」的圖片搜尋結果" id="895" name="Google Shape;895;p40"/>
          <p:cNvPicPr preferRelativeResize="0"/>
          <p:nvPr/>
        </p:nvPicPr>
        <p:blipFill rotWithShape="1">
          <a:blip r:embed="rId15">
            <a:alphaModFix/>
          </a:blip>
          <a:srcRect b="24400" l="25857" r="26124" t="21364"/>
          <a:stretch/>
        </p:blipFill>
        <p:spPr>
          <a:xfrm>
            <a:off x="7502525" y="3846512"/>
            <a:ext cx="963612" cy="10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40"/>
          <p:cNvSpPr txBox="1"/>
          <p:nvPr/>
        </p:nvSpPr>
        <p:spPr>
          <a:xfrm>
            <a:off x="7413625" y="2903537"/>
            <a:ext cx="646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藍芽</a:t>
            </a:r>
            <a:endParaRPr/>
          </a:p>
        </p:txBody>
      </p:sp>
      <p:sp>
        <p:nvSpPr>
          <p:cNvPr id="897" name="Google Shape;897;p40"/>
          <p:cNvSpPr txBox="1"/>
          <p:nvPr/>
        </p:nvSpPr>
        <p:spPr>
          <a:xfrm>
            <a:off x="7685087" y="5002212"/>
            <a:ext cx="6842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WIFI</a:t>
            </a:r>
            <a:endParaRPr/>
          </a:p>
        </p:txBody>
      </p:sp>
      <p:sp>
        <p:nvSpPr>
          <p:cNvPr id="898" name="Google Shape;898;p40"/>
          <p:cNvSpPr txBox="1"/>
          <p:nvPr/>
        </p:nvSpPr>
        <p:spPr>
          <a:xfrm>
            <a:off x="5492750" y="3054350"/>
            <a:ext cx="646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雲端</a:t>
            </a:r>
            <a:endParaRPr/>
          </a:p>
        </p:txBody>
      </p:sp>
      <p:sp>
        <p:nvSpPr>
          <p:cNvPr id="899" name="Google Shape;899;p40"/>
          <p:cNvSpPr txBox="1"/>
          <p:nvPr/>
        </p:nvSpPr>
        <p:spPr>
          <a:xfrm>
            <a:off x="3767137" y="2903537"/>
            <a:ext cx="479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</a:t>
            </a:r>
            <a:endParaRPr/>
          </a:p>
        </p:txBody>
      </p:sp>
      <p:sp>
        <p:nvSpPr>
          <p:cNvPr id="900" name="Google Shape;900;p40"/>
          <p:cNvSpPr txBox="1"/>
          <p:nvPr/>
        </p:nvSpPr>
        <p:spPr>
          <a:xfrm>
            <a:off x="2205037" y="2794000"/>
            <a:ext cx="10064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</a:t>
            </a:r>
            <a:endParaRPr/>
          </a:p>
        </p:txBody>
      </p:sp>
      <p:sp>
        <p:nvSpPr>
          <p:cNvPr id="901" name="Google Shape;901;p40"/>
          <p:cNvSpPr txBox="1"/>
          <p:nvPr/>
        </p:nvSpPr>
        <p:spPr>
          <a:xfrm>
            <a:off x="517525" y="2967037"/>
            <a:ext cx="6461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老人</a:t>
            </a:r>
            <a:endParaRPr/>
          </a:p>
        </p:txBody>
      </p:sp>
      <p:sp>
        <p:nvSpPr>
          <p:cNvPr id="902" name="Google Shape;902;p40"/>
          <p:cNvSpPr txBox="1"/>
          <p:nvPr/>
        </p:nvSpPr>
        <p:spPr>
          <a:xfrm>
            <a:off x="517525" y="5118100"/>
            <a:ext cx="6477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老人</a:t>
            </a:r>
            <a:endParaRPr/>
          </a:p>
        </p:txBody>
      </p:sp>
      <p:sp>
        <p:nvSpPr>
          <p:cNvPr id="903" name="Google Shape;903;p40"/>
          <p:cNvSpPr txBox="1"/>
          <p:nvPr/>
        </p:nvSpPr>
        <p:spPr>
          <a:xfrm>
            <a:off x="1781175" y="4722812"/>
            <a:ext cx="6477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瓦斯</a:t>
            </a:r>
            <a:endParaRPr/>
          </a:p>
        </p:txBody>
      </p:sp>
      <p:sp>
        <p:nvSpPr>
          <p:cNvPr id="904" name="Google Shape;904;p40"/>
          <p:cNvSpPr txBox="1"/>
          <p:nvPr/>
        </p:nvSpPr>
        <p:spPr>
          <a:xfrm>
            <a:off x="3121025" y="4960937"/>
            <a:ext cx="87788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機器人</a:t>
            </a:r>
            <a:endParaRPr/>
          </a:p>
        </p:txBody>
      </p:sp>
      <p:sp>
        <p:nvSpPr>
          <p:cNvPr id="905" name="Google Shape;905;p40"/>
          <p:cNvSpPr txBox="1"/>
          <p:nvPr/>
        </p:nvSpPr>
        <p:spPr>
          <a:xfrm>
            <a:off x="5086350" y="55467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物聯網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AFD"/>
            </a:gs>
            <a:gs pos="74000">
              <a:srgbClr val="B5D2EC"/>
            </a:gs>
            <a:gs pos="83000">
              <a:srgbClr val="B5D2EC"/>
            </a:gs>
            <a:gs pos="100000">
              <a:srgbClr val="CEE1F2"/>
            </a:gs>
          </a:gsLst>
          <a:lin ang="5400000" scaled="0"/>
        </a:gra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549275"/>
            <a:ext cx="14668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1775" y="549275"/>
            <a:ext cx="1698625" cy="1697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2" name="Google Shape;912;p41"/>
          <p:cNvGrpSpPr/>
          <p:nvPr/>
        </p:nvGrpSpPr>
        <p:grpSpPr>
          <a:xfrm>
            <a:off x="2751137" y="2451100"/>
            <a:ext cx="736600" cy="676275"/>
            <a:chOff x="1609715" y="3760172"/>
            <a:chExt cx="736891" cy="676987"/>
          </a:xfrm>
        </p:grpSpPr>
        <p:sp>
          <p:nvSpPr>
            <p:cNvPr id="913" name="Google Shape;913;p41"/>
            <p:cNvSpPr/>
            <p:nvPr/>
          </p:nvSpPr>
          <p:spPr>
            <a:xfrm flipH="1">
              <a:off x="2065631" y="4218697"/>
              <a:ext cx="73292" cy="218462"/>
            </a:xfrm>
            <a:custGeom>
              <a:rect b="b" l="l" r="r" t="t"/>
              <a:pathLst>
                <a:path extrusionOk="0" h="13716" w="4857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1871291" y="4218697"/>
              <a:ext cx="73292" cy="218462"/>
            </a:xfrm>
            <a:custGeom>
              <a:rect b="b" l="l" r="r" t="t"/>
              <a:pathLst>
                <a:path extrusionOk="0" h="13716" w="4857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15" name="Google Shape;915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1609715" y="3760172"/>
              <a:ext cx="736891" cy="5096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41"/>
            <p:cNvSpPr/>
            <p:nvPr/>
          </p:nvSpPr>
          <p:spPr>
            <a:xfrm flipH="1">
              <a:off x="1927545" y="3960204"/>
              <a:ext cx="69459" cy="69702"/>
            </a:xfrm>
            <a:custGeom>
              <a:rect b="b" l="l" r="r" t="t"/>
              <a:pathLst>
                <a:path extrusionOk="0" h="1267301" w="1262894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rgbClr val="2427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1"/>
            <p:cNvSpPr/>
            <p:nvPr/>
          </p:nvSpPr>
          <p:spPr>
            <a:xfrm flipH="1">
              <a:off x="2078782" y="3948418"/>
              <a:ext cx="60144" cy="62448"/>
            </a:xfrm>
            <a:custGeom>
              <a:rect b="b" l="l" r="r" t="t"/>
              <a:pathLst>
                <a:path extrusionOk="0" h="257519" w="248016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rgbClr val="2427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8" name="Google Shape;918;p41"/>
          <p:cNvGrpSpPr/>
          <p:nvPr/>
        </p:nvGrpSpPr>
        <p:grpSpPr>
          <a:xfrm flipH="1">
            <a:off x="5386387" y="3351212"/>
            <a:ext cx="668337" cy="846137"/>
            <a:chOff x="5769688" y="2218704"/>
            <a:chExt cx="667508" cy="846855"/>
          </a:xfrm>
        </p:grpSpPr>
        <p:sp>
          <p:nvSpPr>
            <p:cNvPr id="919" name="Google Shape;919;p41"/>
            <p:cNvSpPr/>
            <p:nvPr/>
          </p:nvSpPr>
          <p:spPr>
            <a:xfrm flipH="1">
              <a:off x="5955995" y="2847097"/>
              <a:ext cx="73292" cy="218462"/>
            </a:xfrm>
            <a:custGeom>
              <a:rect b="b" l="l" r="r" t="t"/>
              <a:pathLst>
                <a:path extrusionOk="0" h="13716" w="4857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1"/>
            <p:cNvSpPr/>
            <p:nvPr/>
          </p:nvSpPr>
          <p:spPr>
            <a:xfrm flipH="1">
              <a:off x="6135292" y="2847097"/>
              <a:ext cx="73292" cy="218462"/>
            </a:xfrm>
            <a:custGeom>
              <a:rect b="b" l="l" r="r" t="t"/>
              <a:pathLst>
                <a:path extrusionOk="0" h="13716" w="4857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1" name="Google Shape;921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5769688" y="2218704"/>
              <a:ext cx="667508" cy="67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41"/>
            <p:cNvSpPr/>
            <p:nvPr/>
          </p:nvSpPr>
          <p:spPr>
            <a:xfrm flipH="1">
              <a:off x="6021283" y="2605273"/>
              <a:ext cx="69459" cy="69702"/>
            </a:xfrm>
            <a:custGeom>
              <a:rect b="b" l="l" r="r" t="t"/>
              <a:pathLst>
                <a:path extrusionOk="0" h="1267301" w="1262894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rgbClr val="2427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1"/>
            <p:cNvSpPr/>
            <p:nvPr/>
          </p:nvSpPr>
          <p:spPr>
            <a:xfrm flipH="1">
              <a:off x="6172519" y="2593487"/>
              <a:ext cx="60144" cy="62448"/>
            </a:xfrm>
            <a:custGeom>
              <a:rect b="b" l="l" r="r" t="t"/>
              <a:pathLst>
                <a:path extrusionOk="0" h="257519" w="248016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rgbClr val="2427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4" name="Google Shape;924;p41"/>
          <p:cNvGrpSpPr/>
          <p:nvPr/>
        </p:nvGrpSpPr>
        <p:grpSpPr>
          <a:xfrm flipH="1">
            <a:off x="5653087" y="1579562"/>
            <a:ext cx="666750" cy="846137"/>
            <a:chOff x="5769688" y="2218704"/>
            <a:chExt cx="667508" cy="846855"/>
          </a:xfrm>
        </p:grpSpPr>
        <p:sp>
          <p:nvSpPr>
            <p:cNvPr id="925" name="Google Shape;925;p41"/>
            <p:cNvSpPr/>
            <p:nvPr/>
          </p:nvSpPr>
          <p:spPr>
            <a:xfrm flipH="1">
              <a:off x="5955995" y="2847097"/>
              <a:ext cx="73292" cy="218462"/>
            </a:xfrm>
            <a:custGeom>
              <a:rect b="b" l="l" r="r" t="t"/>
              <a:pathLst>
                <a:path extrusionOk="0" h="13716" w="4857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1"/>
            <p:cNvSpPr/>
            <p:nvPr/>
          </p:nvSpPr>
          <p:spPr>
            <a:xfrm flipH="1">
              <a:off x="6135292" y="2847097"/>
              <a:ext cx="73292" cy="218462"/>
            </a:xfrm>
            <a:custGeom>
              <a:rect b="b" l="l" r="r" t="t"/>
              <a:pathLst>
                <a:path extrusionOk="0" h="13716" w="4857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7" name="Google Shape;927;p4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5769688" y="2218704"/>
              <a:ext cx="667508" cy="67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8" name="Google Shape;928;p41"/>
            <p:cNvSpPr/>
            <p:nvPr/>
          </p:nvSpPr>
          <p:spPr>
            <a:xfrm flipH="1">
              <a:off x="6021283" y="2605273"/>
              <a:ext cx="69459" cy="69702"/>
            </a:xfrm>
            <a:custGeom>
              <a:rect b="b" l="l" r="r" t="t"/>
              <a:pathLst>
                <a:path extrusionOk="0" h="1267301" w="1262894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rgbClr val="2427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41"/>
            <p:cNvSpPr/>
            <p:nvPr/>
          </p:nvSpPr>
          <p:spPr>
            <a:xfrm flipH="1">
              <a:off x="6172519" y="2593487"/>
              <a:ext cx="60144" cy="62448"/>
            </a:xfrm>
            <a:custGeom>
              <a:rect b="b" l="l" r="r" t="t"/>
              <a:pathLst>
                <a:path extrusionOk="0" h="257519" w="248016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rgbClr val="2427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0" name="Google Shape;930;p41"/>
          <p:cNvGrpSpPr/>
          <p:nvPr/>
        </p:nvGrpSpPr>
        <p:grpSpPr>
          <a:xfrm flipH="1">
            <a:off x="6657975" y="2263775"/>
            <a:ext cx="668337" cy="846137"/>
            <a:chOff x="5769688" y="2218704"/>
            <a:chExt cx="667508" cy="846855"/>
          </a:xfrm>
        </p:grpSpPr>
        <p:sp>
          <p:nvSpPr>
            <p:cNvPr id="931" name="Google Shape;931;p41"/>
            <p:cNvSpPr/>
            <p:nvPr/>
          </p:nvSpPr>
          <p:spPr>
            <a:xfrm flipH="1">
              <a:off x="5955995" y="2847097"/>
              <a:ext cx="73292" cy="218462"/>
            </a:xfrm>
            <a:custGeom>
              <a:rect b="b" l="l" r="r" t="t"/>
              <a:pathLst>
                <a:path extrusionOk="0" h="13716" w="4857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1"/>
            <p:cNvSpPr/>
            <p:nvPr/>
          </p:nvSpPr>
          <p:spPr>
            <a:xfrm flipH="1">
              <a:off x="6135292" y="2847097"/>
              <a:ext cx="73292" cy="218462"/>
            </a:xfrm>
            <a:custGeom>
              <a:rect b="b" l="l" r="r" t="t"/>
              <a:pathLst>
                <a:path extrusionOk="0" h="13716" w="4857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3" name="Google Shape;933;p4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>
              <a:off x="5769688" y="2218704"/>
              <a:ext cx="667508" cy="67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4" name="Google Shape;934;p41"/>
            <p:cNvSpPr/>
            <p:nvPr/>
          </p:nvSpPr>
          <p:spPr>
            <a:xfrm flipH="1">
              <a:off x="6021283" y="2605273"/>
              <a:ext cx="69459" cy="69702"/>
            </a:xfrm>
            <a:custGeom>
              <a:rect b="b" l="l" r="r" t="t"/>
              <a:pathLst>
                <a:path extrusionOk="0" h="1267301" w="1262894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rgbClr val="2427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1"/>
            <p:cNvSpPr/>
            <p:nvPr/>
          </p:nvSpPr>
          <p:spPr>
            <a:xfrm flipH="1">
              <a:off x="6172519" y="2593487"/>
              <a:ext cx="60144" cy="62448"/>
            </a:xfrm>
            <a:custGeom>
              <a:rect b="b" l="l" r="r" t="t"/>
              <a:pathLst>
                <a:path extrusionOk="0" h="257519" w="248016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rgbClr val="2427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36" name="Google Shape;936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47812" y="4090987"/>
            <a:ext cx="990600" cy="99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3757612"/>
            <a:ext cx="6985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4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7512" y="4797425"/>
            <a:ext cx="744537" cy="74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279775" y="4619625"/>
            <a:ext cx="1590675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4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54700" y="4652962"/>
            <a:ext cx="1031875" cy="1033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41"/>
          <p:cNvPicPr preferRelativeResize="0"/>
          <p:nvPr/>
        </p:nvPicPr>
        <p:blipFill rotWithShape="1">
          <a:blip r:embed="rId14">
            <a:alphaModFix/>
          </a:blip>
          <a:srcRect b="-2498" l="10250" r="13497" t="5186"/>
          <a:stretch/>
        </p:blipFill>
        <p:spPr>
          <a:xfrm>
            <a:off x="7850187" y="1895475"/>
            <a:ext cx="485775" cy="823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4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616825" y="547687"/>
            <a:ext cx="819150" cy="849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週邊設備</a:t>
            </a:r>
            <a:endParaRPr/>
          </a:p>
        </p:txBody>
      </p:sp>
      <p:sp>
        <p:nvSpPr>
          <p:cNvPr id="948" name="Google Shape;948;p42"/>
          <p:cNvSpPr/>
          <p:nvPr/>
        </p:nvSpPr>
        <p:spPr>
          <a:xfrm>
            <a:off x="3914278" y="2047393"/>
            <a:ext cx="1166100" cy="67470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2642" y="15000"/>
                </a:quadBezTo>
                <a:lnTo>
                  <a:pt x="101664" y="0"/>
                </a:lnTo>
                <a:lnTo>
                  <a:pt x="120000" y="24000"/>
                </a:lnTo>
                <a:lnTo>
                  <a:pt x="105576" y="60000"/>
                </a:lnTo>
                <a:lnTo>
                  <a:pt x="104598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2"/>
          <p:cNvSpPr/>
          <p:nvPr/>
        </p:nvSpPr>
        <p:spPr>
          <a:xfrm rot="-10560591">
            <a:off x="1425714" y="2388630"/>
            <a:ext cx="1165978" cy="674815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2637" y="15000"/>
                </a:quadBezTo>
                <a:lnTo>
                  <a:pt x="101659" y="0"/>
                </a:lnTo>
                <a:lnTo>
                  <a:pt x="120000" y="24000"/>
                </a:lnTo>
                <a:lnTo>
                  <a:pt x="105572" y="60000"/>
                </a:lnTo>
                <a:lnTo>
                  <a:pt x="104594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2"/>
          <p:cNvSpPr/>
          <p:nvPr/>
        </p:nvSpPr>
        <p:spPr>
          <a:xfrm rot="5043222">
            <a:off x="2086028" y="4011085"/>
            <a:ext cx="1395377" cy="892189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quadBezTo>
                  <a:pt x="20000" y="40000"/>
                  <a:pt x="100818" y="15000"/>
                </a:quadBezTo>
                <a:lnTo>
                  <a:pt x="99738" y="0"/>
                </a:lnTo>
                <a:lnTo>
                  <a:pt x="120000" y="24000"/>
                </a:lnTo>
                <a:lnTo>
                  <a:pt x="104060" y="60000"/>
                </a:lnTo>
                <a:lnTo>
                  <a:pt x="102980" y="45000"/>
                </a:lnTo>
                <a:quadBezTo>
                  <a:pt x="30000" y="55000"/>
                  <a:pt x="0" y="120000"/>
                </a:quadBezTo>
                <a:close/>
              </a:path>
            </a:pathLst>
          </a:custGeom>
          <a:solidFill>
            <a:srgbClr val="FCF1D5"/>
          </a:solidFill>
          <a:ln>
            <a:noFill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2007-11-08T04:12:14Z</dcterms:created>
  <dc:creator>joy</dc:creator>
</cp:coreProperties>
</file>